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63"/>
  </p:notesMasterIdLst>
  <p:handoutMasterIdLst>
    <p:handoutMasterId r:id="rId64"/>
  </p:handout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92"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68A8C77-D7F1-ED31-965A-6C5108543442}" name="Sankesh Kumar(UST,IN)" initials="SK" userId="S::254066@ust.com::c6f5311d-d40f-451a-8a8b-4674cbd3866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11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D7ED4F-4E33-473A-986F-D75558FD7628}" v="1" dt="2026-01-31T03:30:14.641"/>
    <p1510:client id="{49BE5402-A887-4839-929D-536916B0FF3B}" v="1" dt="2026-01-31T15:41:59.082"/>
  </p1510:revLst>
</p1510:revInfo>
</file>

<file path=ppt/tableStyles.xml><?xml version="1.0" encoding="utf-8"?>
<a:tblStyleLst xmlns:a="http://schemas.openxmlformats.org/drawingml/2006/main" def="{87103D19-456E-4ACA-AAA1-257D443D96B4}">
  <a:tblStyle styleId="{87103D19-456E-4ACA-AAA1-257D443D96B4}" styleName="UST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solidFill>
            <a:schemeClr val="bg2"/>
          </a:solidFill>
        </a:fill>
      </a:tcStyle>
    </a:band1H>
    <a:band2H>
      <a:tcStyle>
        <a:tcBdr>
          <a:top>
            <a:ln>
              <a:noFill/>
            </a:ln>
          </a:top>
          <a:bottom>
            <a:ln>
              <a:noFill/>
            </a:ln>
          </a:bottom>
        </a:tcBdr>
        <a:fill>
          <a:noFill/>
        </a:fill>
      </a:tcStyle>
    </a:band2H>
    <a:band1V>
      <a:tcStyle>
        <a:tcBdr/>
        <a:fill>
          <a:solidFill>
            <a:schemeClr val="bg2"/>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a:noFill/>
            </a:ln>
          </a:bottom>
        </a:tcBdr>
        <a:fill>
          <a:noFill/>
        </a:fill>
      </a:tcStyle>
    </a:lastRow>
    <a:firstRow>
      <a:tcTxStyle b="on">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735" autoAdjust="0"/>
    <p:restoredTop sz="96880" autoAdjust="0"/>
  </p:normalViewPr>
  <p:slideViewPr>
    <p:cSldViewPr snapToGrid="0">
      <p:cViewPr varScale="1">
        <p:scale>
          <a:sx n="99" d="100"/>
          <a:sy n="99" d="100"/>
        </p:scale>
        <p:origin x="564" y="306"/>
      </p:cViewPr>
      <p:guideLst>
        <p:guide pos="3192"/>
        <p:guide orient="horz" pos="2160"/>
      </p:guideLst>
    </p:cSldViewPr>
  </p:slideViewPr>
  <p:outlineViewPr>
    <p:cViewPr>
      <p:scale>
        <a:sx n="33" d="100"/>
        <a:sy n="33" d="100"/>
      </p:scale>
      <p:origin x="0" y="-19842"/>
    </p:cViewPr>
  </p:outlineViewPr>
  <p:notesTextViewPr>
    <p:cViewPr>
      <p:scale>
        <a:sx n="1" d="1"/>
        <a:sy n="1" d="1"/>
      </p:scale>
      <p:origin x="0" y="0"/>
    </p:cViewPr>
  </p:notesTextViewPr>
  <p:sorterViewPr>
    <p:cViewPr>
      <p:scale>
        <a:sx n="45" d="100"/>
        <a:sy n="45" d="100"/>
      </p:scale>
      <p:origin x="0" y="0"/>
    </p:cViewPr>
  </p:sorterViewPr>
  <p:notesViewPr>
    <p:cSldViewPr snapToGrid="0">
      <p:cViewPr>
        <p:scale>
          <a:sx n="1" d="2"/>
          <a:sy n="1" d="2"/>
        </p:scale>
        <p:origin x="4548" y="100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microsoft.com/office/2016/11/relationships/changesInfo" Target="changesInfos/changesInfo1.xml"/><Relationship Id="rId70" Type="http://schemas.microsoft.com/office/2015/10/relationships/revisionInfo" Target="revisionInfo.xml"/><Relationship Id="rId71"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kesh Kumar(UST,IN)" userId="c6f5311d-d40f-451a-8a8b-4674cbd38663" providerId="ADAL" clId="{B08F1E06-15B3-4077-A7F2-73D200564235}"/>
    <pc:docChg chg="custSel addSld delSld modSld sldOrd modMainMaster">
      <pc:chgData name="Sankesh Kumar(UST,IN)" userId="c6f5311d-d40f-451a-8a8b-4674cbd38663" providerId="ADAL" clId="{B08F1E06-15B3-4077-A7F2-73D200564235}" dt="2026-01-31T15:42:01.262" v="39" actId="47"/>
      <pc:docMkLst>
        <pc:docMk/>
      </pc:docMkLst>
      <pc:sldChg chg="ord">
        <pc:chgData name="Sankesh Kumar(UST,IN)" userId="c6f5311d-d40f-451a-8a8b-4674cbd38663" providerId="ADAL" clId="{B08F1E06-15B3-4077-A7F2-73D200564235}" dt="2026-01-31T03:32:06.010" v="37"/>
        <pc:sldMkLst>
          <pc:docMk/>
          <pc:sldMk cId="2706208752" sldId="546"/>
        </pc:sldMkLst>
      </pc:sldChg>
      <pc:sldChg chg="del">
        <pc:chgData name="Sankesh Kumar(UST,IN)" userId="c6f5311d-d40f-451a-8a8b-4674cbd38663" providerId="ADAL" clId="{B08F1E06-15B3-4077-A7F2-73D200564235}" dt="2026-01-31T03:30:17.504" v="29" actId="47"/>
        <pc:sldMkLst>
          <pc:docMk/>
          <pc:sldMk cId="2229731723" sldId="557"/>
        </pc:sldMkLst>
      </pc:sldChg>
      <pc:sldChg chg="add del">
        <pc:chgData name="Sankesh Kumar(UST,IN)" userId="c6f5311d-d40f-451a-8a8b-4674cbd38663" providerId="ADAL" clId="{B08F1E06-15B3-4077-A7F2-73D200564235}" dt="2026-01-31T15:42:01.262" v="39" actId="47"/>
        <pc:sldMkLst>
          <pc:docMk/>
          <pc:sldMk cId="3661550001" sldId="558"/>
        </pc:sldMkLst>
      </pc:sldChg>
      <pc:sldChg chg="add">
        <pc:chgData name="Sankesh Kumar(UST,IN)" userId="c6f5311d-d40f-451a-8a8b-4674cbd38663" providerId="ADAL" clId="{B08F1E06-15B3-4077-A7F2-73D200564235}" dt="2026-01-31T15:41:59.082" v="38"/>
        <pc:sldMkLst>
          <pc:docMk/>
          <pc:sldMk cId="2795712158" sldId="214748329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ptos Light" panose="020B0004020202020204" pitchFamily="34" charset="0"/>
            </a:endParaRPr>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latin typeface="Aptos Light" panose="020B0004020202020204" pitchFamily="34" charset="0"/>
              </a:rPr>
              <a:t>3/25/2026</a:t>
            </a:fld>
            <a:endParaRPr lang="en-US" dirty="0">
              <a:latin typeface="Aptos Light" panose="020B0004020202020204" pitchFamily="34" charset="0"/>
            </a:endParaRPr>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ptos Light" panose="020B0004020202020204" pitchFamily="34" charset="0"/>
            </a:endParaRPr>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latin typeface="Aptos Light" panose="020B0004020202020204" pitchFamily="34" charset="0"/>
              </a:rPr>
              <a:t>‹#›</a:t>
            </a:fld>
            <a:endParaRPr lang="en-US" dirty="0">
              <a:latin typeface="Aptos Light" panose="020B0004020202020204" pitchFamily="34" charset="0"/>
            </a:endParaRPr>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ptos Light" panose="020B00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ptos Light" panose="020B0004020202020204" pitchFamily="34" charset="0"/>
              </a:defRPr>
            </a:lvl1pPr>
          </a:lstStyle>
          <a:p>
            <a:fld id="{F1F6C0D1-008B-C245-AF1E-F6ADA8BEAF3C}" type="datetimeFigureOut">
              <a:rPr lang="en-US" smtClean="0"/>
              <a:pPr/>
              <a:t>3/25/2026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ptos Light" panose="020B00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ptos Light" panose="020B0004020202020204" pitchFamily="34" charset="0"/>
              </a:defRPr>
            </a:lvl1pPr>
          </a:lstStyle>
          <a:p>
            <a:fld id="{91CB8535-DC0F-AF47-A510-8461A80C06B7}" type="slidenum">
              <a:rPr lang="en-US" smtClean="0"/>
              <a:pPr/>
              <a:t>‹#›</a:t>
            </a:fld>
            <a:endParaRPr lang="en-US" dirty="0"/>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Aptos Light" panose="020B0004020202020204" pitchFamily="34" charset="0"/>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ust.com/"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ust.com/"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mailto:mailto:brand@ust.com" TargetMode="Externa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facebook.com/USTGlobal" TargetMode="External"/><Relationship Id="rId3" Type="http://schemas.openxmlformats.org/officeDocument/2006/relationships/hyperlink" Target="http://www.youtube.com/ustglobalweb" TargetMode="External"/><Relationship Id="rId4" Type="http://schemas.openxmlformats.org/officeDocument/2006/relationships/hyperlink" Target="http://www.linkedin.com/company/ust-global" TargetMode="External"/><Relationship Id="rId5" Type="http://schemas.openxmlformats.org/officeDocument/2006/relationships/hyperlink" Target="https://twitter.com/USTGlobal" TargetMode="External"/><Relationship Id="rId6" Type="http://schemas.openxmlformats.org/officeDocument/2006/relationships/image" Target="../media/image9.emf"/><Relationship Id="rId7"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Worldwide office locations Updated">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dirty="0">
                <a:solidFill>
                  <a:schemeClr val="tx1"/>
                </a:solidFill>
                <a:latin typeface="Aptos Light" panose="020B0004020202020204" pitchFamily="34" charset="0"/>
              </a:rPr>
              <a:t>Engineering change </a:t>
            </a:r>
            <a:br>
              <a:rPr lang="en-US" b="0" dirty="0">
                <a:solidFill>
                  <a:schemeClr val="tx1"/>
                </a:solidFill>
                <a:latin typeface="Aptos Light" panose="020B0004020202020204" pitchFamily="34" charset="0"/>
              </a:rPr>
            </a:br>
            <a:r>
              <a:rPr lang="en-US" b="0" dirty="0">
                <a:solidFill>
                  <a:schemeClr val="tx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latin typeface="Aptos Light" panose="020B0004020202020204" pitchFamily="34" charset="0"/>
              </a:rPr>
              <a:t>*To see a list of all offices, visit </a:t>
            </a:r>
            <a:r>
              <a:rPr lang="en-US" sz="1050" b="1" i="0" u="sng" dirty="0">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dirty="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grpSp>
        <p:nvGrpSpPr>
          <p:cNvPr id="7" name="Group 6">
            <a:extLst>
              <a:ext uri="{FF2B5EF4-FFF2-40B4-BE49-F238E27FC236}">
                <a16:creationId xmlns:a16="http://schemas.microsoft.com/office/drawing/2014/main" id="{EBF87E1C-F522-764D-16E9-D2455363D284}"/>
              </a:ext>
            </a:extLst>
          </p:cNvPr>
          <p:cNvGrpSpPr/>
          <p:nvPr userDrawn="1"/>
        </p:nvGrpSpPr>
        <p:grpSpPr>
          <a:xfrm>
            <a:off x="2807849" y="1020802"/>
            <a:ext cx="9059820" cy="5362262"/>
            <a:chOff x="2845949" y="1020802"/>
            <a:chExt cx="9059820" cy="5362262"/>
          </a:xfrm>
        </p:grpSpPr>
        <p:sp>
          <p:nvSpPr>
            <p:cNvPr id="8" name="TextBox 7">
              <a:extLst>
                <a:ext uri="{FF2B5EF4-FFF2-40B4-BE49-F238E27FC236}">
                  <a16:creationId xmlns:a16="http://schemas.microsoft.com/office/drawing/2014/main" id="{71E67174-DBC8-6F42-D3F8-D14E22F0DC0C}"/>
                </a:ext>
              </a:extLst>
            </p:cNvPr>
            <p:cNvSpPr txBox="1"/>
            <p:nvPr/>
          </p:nvSpPr>
          <p:spPr>
            <a:xfrm>
              <a:off x="2845949" y="2336626"/>
              <a:ext cx="1098058" cy="3063274"/>
            </a:xfrm>
            <a:prstGeom prst="rect">
              <a:avLst/>
            </a:prstGeom>
            <a:noFill/>
          </p:spPr>
          <p:txBody>
            <a:bodyPr wrap="none" lIns="0" tIns="0" rIns="0" bIns="0" rtlCol="0">
              <a:spAutoFit/>
            </a:bodyPr>
            <a:lstStyle/>
            <a:p>
              <a:pPr>
                <a:lnSpc>
                  <a:spcPct val="110000"/>
                </a:lnSpc>
                <a:spcAft>
                  <a:spcPts val="100"/>
                </a:spcAft>
                <a:buSzPct val="100000"/>
              </a:pPr>
              <a:r>
                <a:rPr lang="en-US" sz="1000" b="1" dirty="0">
                  <a:solidFill>
                    <a:schemeClr val="tx1"/>
                  </a:solidFill>
                  <a:latin typeface="Aptos Light" panose="020B0004020202020204" pitchFamily="34" charset="0"/>
                </a:rPr>
                <a:t>AMERICAS</a:t>
              </a:r>
            </a:p>
            <a:p>
              <a:pPr>
                <a:lnSpc>
                  <a:spcPct val="110000"/>
                </a:lnSpc>
                <a:spcAft>
                  <a:spcPts val="100"/>
                </a:spcAft>
                <a:buSzPct val="100000"/>
              </a:pPr>
              <a:r>
                <a:rPr lang="en-US" sz="1000" dirty="0">
                  <a:solidFill>
                    <a:schemeClr val="accent6"/>
                  </a:solidFill>
                  <a:latin typeface="Aptos Light" panose="020B0004020202020204" pitchFamily="34" charset="0"/>
                </a:rPr>
                <a:t>Global HQ – Orange </a:t>
              </a:r>
              <a:br>
                <a:rPr lang="en-US" sz="1000" dirty="0">
                  <a:solidFill>
                    <a:schemeClr val="accent6"/>
                  </a:solidFill>
                  <a:latin typeface="Aptos Light" panose="020B0004020202020204" pitchFamily="34" charset="0"/>
                </a:rPr>
              </a:br>
              <a:r>
                <a:rPr lang="en-US" sz="1000" dirty="0">
                  <a:solidFill>
                    <a:schemeClr val="accent6"/>
                  </a:solidFill>
                  <a:latin typeface="Aptos Light" panose="020B0004020202020204" pitchFamily="34" charset="0"/>
                </a:rPr>
                <a:t>County, CA</a:t>
              </a:r>
            </a:p>
            <a:p>
              <a:pPr>
                <a:lnSpc>
                  <a:spcPct val="110000"/>
                </a:lnSpc>
                <a:spcAft>
                  <a:spcPts val="100"/>
                </a:spcAft>
                <a:buSzPct val="100000"/>
              </a:pPr>
              <a:r>
                <a:rPr lang="en-US" sz="1000" dirty="0">
                  <a:solidFill>
                    <a:schemeClr val="tx1"/>
                  </a:solidFill>
                  <a:latin typeface="Aptos Light" panose="020B0004020202020204" pitchFamily="34" charset="0"/>
                </a:rPr>
                <a:t>Bentonville, AR</a:t>
              </a:r>
            </a:p>
            <a:p>
              <a:pPr>
                <a:lnSpc>
                  <a:spcPct val="110000"/>
                </a:lnSpc>
                <a:spcAft>
                  <a:spcPts val="100"/>
                </a:spcAft>
                <a:buSzPct val="100000"/>
              </a:pPr>
              <a:r>
                <a:rPr lang="en-US" sz="1000" dirty="0">
                  <a:solidFill>
                    <a:schemeClr val="tx1"/>
                  </a:solidFill>
                  <a:latin typeface="Aptos Light" panose="020B0004020202020204" pitchFamily="34" charset="0"/>
                </a:rPr>
                <a:t>Chicago, IL </a:t>
              </a:r>
            </a:p>
            <a:p>
              <a:pPr>
                <a:lnSpc>
                  <a:spcPct val="110000"/>
                </a:lnSpc>
                <a:spcAft>
                  <a:spcPts val="100"/>
                </a:spcAft>
                <a:buSzPct val="100000"/>
              </a:pPr>
              <a:r>
                <a:rPr lang="en-US" sz="1000" dirty="0">
                  <a:solidFill>
                    <a:schemeClr val="tx1"/>
                  </a:solidFill>
                  <a:latin typeface="Aptos Light" panose="020B0004020202020204" pitchFamily="34" charset="0"/>
                </a:rPr>
                <a:t>Norfolk, VA</a:t>
              </a:r>
            </a:p>
            <a:p>
              <a:pPr>
                <a:lnSpc>
                  <a:spcPct val="110000"/>
                </a:lnSpc>
                <a:spcAft>
                  <a:spcPts val="100"/>
                </a:spcAft>
                <a:buSzPct val="100000"/>
              </a:pPr>
              <a:r>
                <a:rPr lang="en-US" sz="1000" dirty="0">
                  <a:solidFill>
                    <a:schemeClr val="tx1"/>
                  </a:solidFill>
                  <a:latin typeface="Aptos Light" panose="020B0004020202020204" pitchFamily="34" charset="0"/>
                </a:rPr>
                <a:t>Atlanta, GA</a:t>
              </a:r>
            </a:p>
            <a:p>
              <a:pPr>
                <a:lnSpc>
                  <a:spcPct val="110000"/>
                </a:lnSpc>
                <a:spcAft>
                  <a:spcPts val="100"/>
                </a:spcAft>
                <a:buSzPct val="100000"/>
              </a:pPr>
              <a:r>
                <a:rPr lang="en-US" sz="1000" dirty="0">
                  <a:solidFill>
                    <a:schemeClr val="tx1"/>
                  </a:solidFill>
                  <a:latin typeface="Aptos Light" panose="020B0004020202020204" pitchFamily="34" charset="0"/>
                </a:rPr>
                <a:t>Seattle, WA</a:t>
              </a:r>
            </a:p>
            <a:p>
              <a:pPr>
                <a:lnSpc>
                  <a:spcPct val="110000"/>
                </a:lnSpc>
                <a:spcAft>
                  <a:spcPts val="100"/>
                </a:spcAft>
                <a:buSzPct val="100000"/>
              </a:pPr>
              <a:r>
                <a:rPr lang="en-US" sz="1000" dirty="0">
                  <a:solidFill>
                    <a:schemeClr val="tx1"/>
                  </a:solidFill>
                  <a:latin typeface="Aptos Light" panose="020B0004020202020204" pitchFamily="34" charset="0"/>
                </a:rPr>
                <a:t>Toronto, CA</a:t>
              </a:r>
            </a:p>
            <a:p>
              <a:pPr>
                <a:lnSpc>
                  <a:spcPct val="110000"/>
                </a:lnSpc>
                <a:spcAft>
                  <a:spcPts val="100"/>
                </a:spcAft>
                <a:buSzPct val="100000"/>
              </a:pPr>
              <a:r>
                <a:rPr lang="en-US" sz="1000" dirty="0">
                  <a:solidFill>
                    <a:schemeClr val="tx1"/>
                  </a:solidFill>
                  <a:latin typeface="Aptos Light" panose="020B0004020202020204" pitchFamily="34" charset="0"/>
                </a:rPr>
                <a:t>Vancouver, CA</a:t>
              </a:r>
            </a:p>
            <a:p>
              <a:pPr>
                <a:lnSpc>
                  <a:spcPct val="110000"/>
                </a:lnSpc>
                <a:spcAft>
                  <a:spcPts val="100"/>
                </a:spcAft>
                <a:buSzPct val="100000"/>
              </a:pPr>
              <a:r>
                <a:rPr lang="en-US" sz="1000" dirty="0">
                  <a:solidFill>
                    <a:schemeClr val="tx1"/>
                  </a:solidFill>
                  <a:latin typeface="Aptos Light" panose="020B0004020202020204" pitchFamily="34" charset="0"/>
                </a:rPr>
                <a:t>Guadalajara, MX</a:t>
              </a:r>
            </a:p>
            <a:p>
              <a:pPr>
                <a:lnSpc>
                  <a:spcPct val="110000"/>
                </a:lnSpc>
                <a:spcAft>
                  <a:spcPts val="100"/>
                </a:spcAft>
                <a:buSzPct val="100000"/>
              </a:pPr>
              <a:r>
                <a:rPr lang="en-US" sz="1000" dirty="0">
                  <a:solidFill>
                    <a:schemeClr val="tx1"/>
                  </a:solidFill>
                  <a:latin typeface="Aptos Light" panose="020B0004020202020204" pitchFamily="34" charset="0"/>
                </a:rPr>
                <a:t>Leon, MX</a:t>
              </a:r>
            </a:p>
            <a:p>
              <a:pPr>
                <a:lnSpc>
                  <a:spcPct val="110000"/>
                </a:lnSpc>
                <a:spcAft>
                  <a:spcPts val="100"/>
                </a:spcAft>
                <a:buSzPct val="100000"/>
              </a:pPr>
              <a:r>
                <a:rPr lang="en-US" sz="1000" dirty="0">
                  <a:solidFill>
                    <a:schemeClr val="tx1"/>
                  </a:solidFill>
                  <a:latin typeface="Aptos Light" panose="020B0004020202020204" pitchFamily="34" charset="0"/>
                </a:rPr>
                <a:t>San Jose, CR</a:t>
              </a:r>
            </a:p>
            <a:p>
              <a:pPr>
                <a:lnSpc>
                  <a:spcPct val="110000"/>
                </a:lnSpc>
                <a:spcAft>
                  <a:spcPts val="100"/>
                </a:spcAft>
                <a:buSzPct val="100000"/>
              </a:pPr>
              <a:r>
                <a:rPr lang="en-US" sz="1000" dirty="0">
                  <a:solidFill>
                    <a:schemeClr val="tx1"/>
                  </a:solidFill>
                  <a:latin typeface="Aptos Light" panose="020B0004020202020204" pitchFamily="34" charset="0"/>
                </a:rPr>
                <a:t>Santiago, CL</a:t>
              </a:r>
            </a:p>
            <a:p>
              <a:pPr>
                <a:lnSpc>
                  <a:spcPct val="110000"/>
                </a:lnSpc>
                <a:spcAft>
                  <a:spcPts val="100"/>
                </a:spcAft>
                <a:buSzPct val="100000"/>
              </a:pPr>
              <a:r>
                <a:rPr lang="en-US" sz="1000" dirty="0">
                  <a:solidFill>
                    <a:schemeClr val="tx1"/>
                  </a:solidFill>
                  <a:latin typeface="Aptos Light" panose="020B0004020202020204" pitchFamily="34" charset="0"/>
                </a:rPr>
                <a:t>Lima, PE</a:t>
              </a:r>
            </a:p>
            <a:p>
              <a:pPr>
                <a:lnSpc>
                  <a:spcPct val="110000"/>
                </a:lnSpc>
                <a:spcAft>
                  <a:spcPts val="100"/>
                </a:spcAft>
                <a:buSzPct val="100000"/>
              </a:pPr>
              <a:r>
                <a:rPr lang="en-US" sz="1000" dirty="0">
                  <a:solidFill>
                    <a:schemeClr val="tx1"/>
                  </a:solidFill>
                  <a:latin typeface="Aptos Light" panose="020B0004020202020204" pitchFamily="34" charset="0"/>
                </a:rPr>
                <a:t>Sao Paulo, BR</a:t>
              </a:r>
            </a:p>
            <a:p>
              <a:pPr>
                <a:lnSpc>
                  <a:spcPct val="110000"/>
                </a:lnSpc>
                <a:spcAft>
                  <a:spcPts val="100"/>
                </a:spcAft>
                <a:buSzPct val="100000"/>
              </a:pPr>
              <a:r>
                <a:rPr lang="en-US" sz="1000" dirty="0">
                  <a:solidFill>
                    <a:schemeClr val="tx1"/>
                  </a:solidFill>
                  <a:latin typeface="Aptos Light" panose="020B0004020202020204" pitchFamily="34" charset="0"/>
                </a:rPr>
                <a:t>Bogota, CO</a:t>
              </a:r>
            </a:p>
          </p:txBody>
        </p:sp>
        <p:sp>
          <p:nvSpPr>
            <p:cNvPr id="9" name="TextBox 8">
              <a:extLst>
                <a:ext uri="{FF2B5EF4-FFF2-40B4-BE49-F238E27FC236}">
                  <a16:creationId xmlns:a16="http://schemas.microsoft.com/office/drawing/2014/main" id="{8E1C7C9E-80BC-798A-A728-D1A77F3D7C45}"/>
                </a:ext>
              </a:extLst>
            </p:cNvPr>
            <p:cNvSpPr txBox="1"/>
            <p:nvPr/>
          </p:nvSpPr>
          <p:spPr>
            <a:xfrm>
              <a:off x="8669029" y="3791605"/>
              <a:ext cx="1073228" cy="1855251"/>
            </a:xfrm>
            <a:prstGeom prst="rect">
              <a:avLst/>
            </a:prstGeom>
            <a:noFill/>
          </p:spPr>
          <p:txBody>
            <a:bodyPr wrap="square" lIns="0" tIns="0" rIns="0" bIns="0" rtlCol="0">
              <a:spAutoFit/>
            </a:bodyPr>
            <a:lstStyle/>
            <a:p>
              <a:pPr>
                <a:lnSpc>
                  <a:spcPct val="110000"/>
                </a:lnSpc>
                <a:buSzPct val="100000"/>
              </a:pPr>
              <a:r>
                <a:rPr lang="en-US" sz="1000" b="1" dirty="0">
                  <a:solidFill>
                    <a:schemeClr val="tx1"/>
                  </a:solidFill>
                  <a:latin typeface="Aptos Light" panose="020B0004020202020204" pitchFamily="34" charset="0"/>
                </a:rPr>
                <a:t>INDIA</a:t>
              </a:r>
            </a:p>
            <a:p>
              <a:pPr>
                <a:lnSpc>
                  <a:spcPct val="110000"/>
                </a:lnSpc>
                <a:buSzPct val="100000"/>
              </a:pPr>
              <a:r>
                <a:rPr lang="en-US" sz="1000" dirty="0">
                  <a:solidFill>
                    <a:schemeClr val="accent3"/>
                  </a:solidFill>
                  <a:latin typeface="Aptos Light" panose="020B0004020202020204" pitchFamily="34" charset="0"/>
                </a:rPr>
                <a:t>Trivandrum</a:t>
              </a:r>
            </a:p>
            <a:p>
              <a:pPr>
                <a:lnSpc>
                  <a:spcPct val="110000"/>
                </a:lnSpc>
                <a:buSzPct val="100000"/>
              </a:pPr>
              <a:r>
                <a:rPr lang="en-US" sz="1000" dirty="0">
                  <a:solidFill>
                    <a:schemeClr val="tx1"/>
                  </a:solidFill>
                  <a:latin typeface="Aptos Light" panose="020B0004020202020204" pitchFamily="34" charset="0"/>
                </a:rPr>
                <a:t>Bangalore</a:t>
              </a:r>
            </a:p>
            <a:p>
              <a:pPr>
                <a:lnSpc>
                  <a:spcPct val="110000"/>
                </a:lnSpc>
                <a:buSzPct val="100000"/>
              </a:pPr>
              <a:r>
                <a:rPr lang="en-US" sz="1000" dirty="0">
                  <a:solidFill>
                    <a:schemeClr val="tx1"/>
                  </a:solidFill>
                  <a:latin typeface="Aptos Light" panose="020B0004020202020204" pitchFamily="34" charset="0"/>
                </a:rPr>
                <a:t>Chennai</a:t>
              </a:r>
            </a:p>
            <a:p>
              <a:pPr>
                <a:lnSpc>
                  <a:spcPct val="110000"/>
                </a:lnSpc>
                <a:buSzPct val="100000"/>
              </a:pPr>
              <a:r>
                <a:rPr lang="en-US" sz="1000" dirty="0">
                  <a:solidFill>
                    <a:schemeClr val="tx1"/>
                  </a:solidFill>
                  <a:latin typeface="Aptos Light" panose="020B0004020202020204" pitchFamily="34" charset="0"/>
                </a:rPr>
                <a:t>Hyderabad</a:t>
              </a:r>
            </a:p>
            <a:p>
              <a:pPr>
                <a:lnSpc>
                  <a:spcPct val="110000"/>
                </a:lnSpc>
                <a:buSzPct val="100000"/>
              </a:pPr>
              <a:r>
                <a:rPr lang="en-US" sz="1000" dirty="0">
                  <a:solidFill>
                    <a:schemeClr val="tx1"/>
                  </a:solidFill>
                  <a:latin typeface="Aptos Light" panose="020B0004020202020204" pitchFamily="34" charset="0"/>
                </a:rPr>
                <a:t>Kochi</a:t>
              </a:r>
            </a:p>
            <a:p>
              <a:pPr>
                <a:lnSpc>
                  <a:spcPct val="110000"/>
                </a:lnSpc>
                <a:buSzPct val="100000"/>
              </a:pPr>
              <a:r>
                <a:rPr lang="en-US" sz="1000" dirty="0">
                  <a:solidFill>
                    <a:schemeClr val="tx1"/>
                  </a:solidFill>
                  <a:latin typeface="Aptos Light" panose="020B0004020202020204" pitchFamily="34" charset="0"/>
                </a:rPr>
                <a:t>Delhi</a:t>
              </a:r>
            </a:p>
            <a:p>
              <a:pPr>
                <a:lnSpc>
                  <a:spcPct val="110000"/>
                </a:lnSpc>
                <a:buSzPct val="100000"/>
              </a:pPr>
              <a:r>
                <a:rPr lang="en-US" sz="1000" dirty="0">
                  <a:solidFill>
                    <a:schemeClr val="tx1"/>
                  </a:solidFill>
                  <a:latin typeface="Aptos Light" panose="020B0004020202020204" pitchFamily="34" charset="0"/>
                </a:rPr>
                <a:t>Coimbatore </a:t>
              </a:r>
            </a:p>
            <a:p>
              <a:pPr>
                <a:lnSpc>
                  <a:spcPct val="110000"/>
                </a:lnSpc>
                <a:buSzPct val="100000"/>
              </a:pPr>
              <a:r>
                <a:rPr lang="en-US" sz="1000" dirty="0">
                  <a:solidFill>
                    <a:schemeClr val="tx1"/>
                  </a:solidFill>
                  <a:latin typeface="Aptos Light" panose="020B0004020202020204" pitchFamily="34" charset="0"/>
                </a:rPr>
                <a:t>Hosur </a:t>
              </a:r>
            </a:p>
            <a:p>
              <a:pPr>
                <a:lnSpc>
                  <a:spcPct val="110000"/>
                </a:lnSpc>
                <a:buSzPct val="100000"/>
              </a:pPr>
              <a:r>
                <a:rPr lang="en-US" sz="1000" dirty="0">
                  <a:solidFill>
                    <a:schemeClr val="tx1"/>
                  </a:solidFill>
                  <a:latin typeface="Aptos Light" panose="020B0004020202020204" pitchFamily="34" charset="0"/>
                </a:rPr>
                <a:t>Pune</a:t>
              </a:r>
            </a:p>
            <a:p>
              <a:pPr>
                <a:lnSpc>
                  <a:spcPct val="110000"/>
                </a:lnSpc>
                <a:buSzPct val="100000"/>
              </a:pPr>
              <a:r>
                <a:rPr lang="en-US" sz="1000" dirty="0">
                  <a:solidFill>
                    <a:schemeClr val="tx1"/>
                  </a:solidFill>
                  <a:latin typeface="Aptos Light" panose="020B0004020202020204" pitchFamily="34" charset="0"/>
                </a:rPr>
                <a:t>Kolkata</a:t>
              </a:r>
            </a:p>
          </p:txBody>
        </p:sp>
        <p:sp>
          <p:nvSpPr>
            <p:cNvPr id="10" name="TextBox 9">
              <a:extLst>
                <a:ext uri="{FF2B5EF4-FFF2-40B4-BE49-F238E27FC236}">
                  <a16:creationId xmlns:a16="http://schemas.microsoft.com/office/drawing/2014/main" id="{BFCBE565-E363-8183-071D-CED6D14CBD89}"/>
                </a:ext>
              </a:extLst>
            </p:cNvPr>
            <p:cNvSpPr txBox="1"/>
            <p:nvPr/>
          </p:nvSpPr>
          <p:spPr>
            <a:xfrm>
              <a:off x="5910807" y="2284867"/>
              <a:ext cx="857607" cy="1516697"/>
            </a:xfrm>
            <a:prstGeom prst="rect">
              <a:avLst/>
            </a:prstGeom>
            <a:noFill/>
          </p:spPr>
          <p:txBody>
            <a:bodyPr wrap="none" lIns="0" tIns="0" rIns="0" bIns="0" rtlCol="0">
              <a:spAutoFit/>
            </a:bodyPr>
            <a:lstStyle/>
            <a:p>
              <a:pPr>
                <a:lnSpc>
                  <a:spcPct val="110000"/>
                </a:lnSpc>
                <a:buSzPct val="100000"/>
              </a:pPr>
              <a:r>
                <a:rPr lang="en-US" sz="1000" b="1" dirty="0">
                  <a:solidFill>
                    <a:schemeClr val="tx1"/>
                  </a:solidFill>
                  <a:latin typeface="Aptos Light" panose="020B0004020202020204" pitchFamily="34" charset="0"/>
                </a:rPr>
                <a:t>EMEA</a:t>
              </a:r>
            </a:p>
            <a:p>
              <a:pPr>
                <a:lnSpc>
                  <a:spcPct val="110000"/>
                </a:lnSpc>
                <a:buSzPct val="100000"/>
              </a:pPr>
              <a:r>
                <a:rPr lang="en-US" sz="1000" dirty="0">
                  <a:solidFill>
                    <a:schemeClr val="accent3"/>
                  </a:solidFill>
                  <a:latin typeface="Aptos Light" panose="020B0004020202020204" pitchFamily="34" charset="0"/>
                </a:rPr>
                <a:t>London, UK</a:t>
              </a:r>
            </a:p>
            <a:p>
              <a:pPr>
                <a:lnSpc>
                  <a:spcPct val="110000"/>
                </a:lnSpc>
                <a:buSzPct val="100000"/>
              </a:pPr>
              <a:r>
                <a:rPr lang="en-US" sz="1000" dirty="0">
                  <a:solidFill>
                    <a:schemeClr val="tx1"/>
                  </a:solidFill>
                  <a:latin typeface="Aptos Light" panose="020B0004020202020204" pitchFamily="34" charset="0"/>
                </a:rPr>
                <a:t>Leeds, UK</a:t>
              </a:r>
            </a:p>
            <a:p>
              <a:pPr>
                <a:lnSpc>
                  <a:spcPct val="110000"/>
                </a:lnSpc>
                <a:buSzPct val="100000"/>
              </a:pPr>
              <a:r>
                <a:rPr lang="en-US" sz="1000" dirty="0">
                  <a:solidFill>
                    <a:schemeClr val="tx1"/>
                  </a:solidFill>
                  <a:latin typeface="Aptos Light" panose="020B0004020202020204" pitchFamily="34" charset="0"/>
                </a:rPr>
                <a:t>Nottingham, UK</a:t>
              </a:r>
            </a:p>
            <a:p>
              <a:pPr>
                <a:lnSpc>
                  <a:spcPct val="110000"/>
                </a:lnSpc>
                <a:buSzPct val="100000"/>
              </a:pPr>
              <a:r>
                <a:rPr lang="en-US" sz="1000" dirty="0">
                  <a:solidFill>
                    <a:schemeClr val="tx1"/>
                  </a:solidFill>
                  <a:latin typeface="Aptos Light" panose="020B0004020202020204" pitchFamily="34" charset="0"/>
                </a:rPr>
                <a:t>Dublin, IE</a:t>
              </a:r>
            </a:p>
            <a:p>
              <a:pPr>
                <a:lnSpc>
                  <a:spcPct val="110000"/>
                </a:lnSpc>
                <a:buSzPct val="100000"/>
              </a:pPr>
              <a:r>
                <a:rPr lang="en-US" sz="1000" dirty="0">
                  <a:solidFill>
                    <a:schemeClr val="tx1"/>
                  </a:solidFill>
                  <a:latin typeface="Aptos Light" panose="020B0004020202020204" pitchFamily="34" charset="0"/>
                </a:rPr>
                <a:t>Madrid, ES</a:t>
              </a:r>
            </a:p>
            <a:p>
              <a:pPr>
                <a:lnSpc>
                  <a:spcPct val="110000"/>
                </a:lnSpc>
                <a:buSzPct val="100000"/>
              </a:pPr>
              <a:r>
                <a:rPr lang="en-US" sz="1000" dirty="0">
                  <a:solidFill>
                    <a:schemeClr val="tx1"/>
                  </a:solidFill>
                  <a:latin typeface="Aptos Light" panose="020B0004020202020204" pitchFamily="34" charset="0"/>
                </a:rPr>
                <a:t>Tel Aviv, IS</a:t>
              </a:r>
            </a:p>
            <a:p>
              <a:pPr>
                <a:lnSpc>
                  <a:spcPct val="110000"/>
                </a:lnSpc>
                <a:buSzPct val="100000"/>
              </a:pPr>
              <a:r>
                <a:rPr lang="en-US" sz="1000" dirty="0">
                  <a:solidFill>
                    <a:schemeClr val="tx1"/>
                  </a:solidFill>
                  <a:latin typeface="Aptos Light" panose="020B0004020202020204" pitchFamily="34" charset="0"/>
                </a:rPr>
                <a:t>Cologne, DE</a:t>
              </a:r>
            </a:p>
            <a:p>
              <a:pPr>
                <a:lnSpc>
                  <a:spcPct val="110000"/>
                </a:lnSpc>
                <a:buSzPct val="100000"/>
              </a:pPr>
              <a:r>
                <a:rPr lang="en-US" sz="1000" dirty="0">
                  <a:solidFill>
                    <a:schemeClr val="tx1"/>
                  </a:solidFill>
                  <a:latin typeface="Aptos Light" panose="020B0004020202020204" pitchFamily="34" charset="0"/>
                </a:rPr>
                <a:t>Lisbon, PT</a:t>
              </a:r>
            </a:p>
          </p:txBody>
        </p:sp>
        <p:sp>
          <p:nvSpPr>
            <p:cNvPr id="11" name="TextBox 10">
              <a:extLst>
                <a:ext uri="{FF2B5EF4-FFF2-40B4-BE49-F238E27FC236}">
                  <a16:creationId xmlns:a16="http://schemas.microsoft.com/office/drawing/2014/main" id="{E1D6B308-D3E7-3BC9-4187-68FBB167C99D}"/>
                </a:ext>
              </a:extLst>
            </p:cNvPr>
            <p:cNvSpPr txBox="1"/>
            <p:nvPr/>
          </p:nvSpPr>
          <p:spPr>
            <a:xfrm>
              <a:off x="6318430" y="3850704"/>
              <a:ext cx="910506" cy="2532360"/>
            </a:xfrm>
            <a:prstGeom prst="rect">
              <a:avLst/>
            </a:prstGeom>
            <a:noFill/>
          </p:spPr>
          <p:txBody>
            <a:bodyPr wrap="none" lIns="0" tIns="0" rIns="0" bIns="0" rtlCol="0">
              <a:spAutoFit/>
            </a:bodyPr>
            <a:lstStyle/>
            <a:p>
              <a:pPr>
                <a:lnSpc>
                  <a:spcPct val="110000"/>
                </a:lnSpc>
                <a:buSzPct val="100000"/>
              </a:pPr>
              <a:r>
                <a:rPr lang="en-US" sz="1000" dirty="0">
                  <a:solidFill>
                    <a:schemeClr val="tx1"/>
                  </a:solidFill>
                  <a:latin typeface="Aptos Light" panose="020B0004020202020204" pitchFamily="34" charset="0"/>
                </a:rPr>
                <a:t>Paris, FR</a:t>
              </a:r>
            </a:p>
            <a:p>
              <a:pPr>
                <a:lnSpc>
                  <a:spcPct val="110000"/>
                </a:lnSpc>
                <a:buSzPct val="100000"/>
              </a:pPr>
              <a:r>
                <a:rPr lang="en-US" sz="1000" dirty="0">
                  <a:solidFill>
                    <a:schemeClr val="tx1"/>
                  </a:solidFill>
                  <a:latin typeface="Aptos Light" panose="020B0004020202020204" pitchFamily="34" charset="0"/>
                </a:rPr>
                <a:t>Gdansk, PL</a:t>
              </a:r>
            </a:p>
            <a:p>
              <a:pPr>
                <a:lnSpc>
                  <a:spcPct val="110000"/>
                </a:lnSpc>
                <a:buSzPct val="100000"/>
              </a:pPr>
              <a:r>
                <a:rPr lang="en-US" sz="1000" dirty="0">
                  <a:solidFill>
                    <a:schemeClr val="tx1"/>
                  </a:solidFill>
                  <a:latin typeface="Aptos Light" panose="020B0004020202020204" pitchFamily="34" charset="0"/>
                </a:rPr>
                <a:t>Bucharest, RO</a:t>
              </a:r>
            </a:p>
            <a:p>
              <a:pPr>
                <a:lnSpc>
                  <a:spcPct val="110000"/>
                </a:lnSpc>
                <a:buSzPct val="100000"/>
              </a:pPr>
              <a:r>
                <a:rPr lang="en-US" sz="1000" dirty="0">
                  <a:solidFill>
                    <a:schemeClr val="tx1"/>
                  </a:solidFill>
                  <a:latin typeface="Aptos Light" panose="020B0004020202020204" pitchFamily="34" charset="0"/>
                </a:rPr>
                <a:t>Sofia, BG</a:t>
              </a:r>
            </a:p>
            <a:p>
              <a:pPr>
                <a:lnSpc>
                  <a:spcPct val="110000"/>
                </a:lnSpc>
                <a:buSzPct val="100000"/>
              </a:pPr>
              <a:r>
                <a:rPr lang="en-US" sz="1000" dirty="0">
                  <a:solidFill>
                    <a:schemeClr val="tx1"/>
                  </a:solidFill>
                  <a:latin typeface="Aptos Light" panose="020B0004020202020204" pitchFamily="34" charset="0"/>
                </a:rPr>
                <a:t>Helmond, NL</a:t>
              </a:r>
            </a:p>
            <a:p>
              <a:pPr>
                <a:lnSpc>
                  <a:spcPct val="110000"/>
                </a:lnSpc>
                <a:buSzPct val="100000"/>
              </a:pPr>
              <a:r>
                <a:rPr lang="en-US" sz="1000" dirty="0">
                  <a:solidFill>
                    <a:schemeClr val="tx1"/>
                  </a:solidFill>
                  <a:latin typeface="Aptos Light" panose="020B0004020202020204" pitchFamily="34" charset="0"/>
                </a:rPr>
                <a:t>Barcelona, ES</a:t>
              </a:r>
            </a:p>
            <a:p>
              <a:pPr>
                <a:lnSpc>
                  <a:spcPct val="110000"/>
                </a:lnSpc>
                <a:buSzPct val="100000"/>
              </a:pPr>
              <a:r>
                <a:rPr lang="en-US" sz="1000" b="0" dirty="0">
                  <a:solidFill>
                    <a:schemeClr val="tx1"/>
                  </a:solidFill>
                  <a:latin typeface="Aptos Light" panose="020B0004020202020204" pitchFamily="34" charset="0"/>
                </a:rPr>
                <a:t>Bilbao, ES</a:t>
              </a:r>
            </a:p>
            <a:p>
              <a:pPr>
                <a:lnSpc>
                  <a:spcPct val="110000"/>
                </a:lnSpc>
                <a:buSzPct val="100000"/>
              </a:pPr>
              <a:r>
                <a:rPr lang="en-US" sz="1000" dirty="0">
                  <a:solidFill>
                    <a:schemeClr val="tx1"/>
                  </a:solidFill>
                  <a:latin typeface="Aptos Light" panose="020B0004020202020204" pitchFamily="34" charset="0"/>
                </a:rPr>
                <a:t>Salamanca, ES</a:t>
              </a:r>
            </a:p>
            <a:p>
              <a:pPr>
                <a:lnSpc>
                  <a:spcPct val="110000"/>
                </a:lnSpc>
                <a:buSzPct val="100000"/>
              </a:pPr>
              <a:r>
                <a:rPr lang="en-US" sz="1000" dirty="0">
                  <a:solidFill>
                    <a:schemeClr val="tx1"/>
                  </a:solidFill>
                  <a:latin typeface="Aptos Light" panose="020B0004020202020204" pitchFamily="34" charset="0"/>
                </a:rPr>
                <a:t>Valencia, ES</a:t>
              </a:r>
            </a:p>
            <a:p>
              <a:pPr>
                <a:lnSpc>
                  <a:spcPct val="110000"/>
                </a:lnSpc>
                <a:buSzPct val="100000"/>
              </a:pPr>
              <a:r>
                <a:rPr lang="en-US" sz="1000" dirty="0">
                  <a:solidFill>
                    <a:schemeClr val="tx1"/>
                  </a:solidFill>
                  <a:latin typeface="Aptos Light" panose="020B0004020202020204" pitchFamily="34" charset="0"/>
                </a:rPr>
                <a:t>Zaragoza, ES</a:t>
              </a:r>
            </a:p>
            <a:p>
              <a:pPr>
                <a:lnSpc>
                  <a:spcPct val="110000"/>
                </a:lnSpc>
                <a:buSzPct val="100000"/>
              </a:pPr>
              <a:r>
                <a:rPr lang="en-US" sz="1000" dirty="0">
                  <a:solidFill>
                    <a:schemeClr val="tx1"/>
                  </a:solidFill>
                  <a:latin typeface="Aptos Light" panose="020B0004020202020204" pitchFamily="34" charset="0"/>
                </a:rPr>
                <a:t>Copenhagen, DK</a:t>
              </a:r>
            </a:p>
            <a:p>
              <a:pPr>
                <a:lnSpc>
                  <a:spcPct val="110000"/>
                </a:lnSpc>
                <a:buSzPct val="100000"/>
              </a:pPr>
              <a:r>
                <a:rPr lang="en-US" sz="1000" dirty="0">
                  <a:solidFill>
                    <a:schemeClr val="tx1"/>
                  </a:solidFill>
                  <a:latin typeface="Aptos Light" panose="020B0004020202020204" pitchFamily="34" charset="0"/>
                </a:rPr>
                <a:t>Zurich, CH</a:t>
              </a:r>
            </a:p>
            <a:p>
              <a:pPr>
                <a:lnSpc>
                  <a:spcPct val="110000"/>
                </a:lnSpc>
                <a:buSzPct val="100000"/>
              </a:pPr>
              <a:r>
                <a:rPr lang="en-US" sz="1000" dirty="0">
                  <a:solidFill>
                    <a:schemeClr val="tx1"/>
                  </a:solidFill>
                  <a:latin typeface="Aptos Light" panose="020B0004020202020204" pitchFamily="34" charset="0"/>
                </a:rPr>
                <a:t>Kyiv, UA</a:t>
              </a:r>
            </a:p>
            <a:p>
              <a:pPr>
                <a:lnSpc>
                  <a:spcPct val="110000"/>
                </a:lnSpc>
                <a:buSzPct val="100000"/>
              </a:pPr>
              <a:r>
                <a:rPr lang="en-US" sz="1000" dirty="0">
                  <a:solidFill>
                    <a:schemeClr val="tx1"/>
                  </a:solidFill>
                  <a:latin typeface="Aptos Light" panose="020B0004020202020204" pitchFamily="34" charset="0"/>
                </a:rPr>
                <a:t>Prague, CZ</a:t>
              </a:r>
            </a:p>
            <a:p>
              <a:pPr>
                <a:lnSpc>
                  <a:spcPct val="110000"/>
                </a:lnSpc>
                <a:buSzPct val="100000"/>
              </a:pPr>
              <a:r>
                <a:rPr lang="en-US" sz="1000" dirty="0">
                  <a:solidFill>
                    <a:schemeClr val="tx1"/>
                  </a:solidFill>
                  <a:latin typeface="Aptos Light" panose="020B0004020202020204" pitchFamily="34" charset="0"/>
                </a:rPr>
                <a:t>Cape Town, ZA</a:t>
              </a:r>
            </a:p>
          </p:txBody>
        </p:sp>
        <p:sp>
          <p:nvSpPr>
            <p:cNvPr id="12" name="World">
              <a:extLst>
                <a:ext uri="{FF2B5EF4-FFF2-40B4-BE49-F238E27FC236}">
                  <a16:creationId xmlns:a16="http://schemas.microsoft.com/office/drawing/2014/main" id="{DFB1E360-C5C9-C207-D3BE-BB7871CC0E62}"/>
                </a:ext>
              </a:extLst>
            </p:cNvPr>
            <p:cNvSpPr>
              <a:spLocks noChangeAspect="1" noEditPoints="1"/>
            </p:cNvSpPr>
            <p:nvPr/>
          </p:nvSpPr>
          <p:spPr bwMode="auto">
            <a:xfrm>
              <a:off x="3054484" y="1020802"/>
              <a:ext cx="8644084" cy="4481044"/>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3" name="Square">
              <a:extLst>
                <a:ext uri="{FF2B5EF4-FFF2-40B4-BE49-F238E27FC236}">
                  <a16:creationId xmlns:a16="http://schemas.microsoft.com/office/drawing/2014/main" id="{91E8A959-65C7-31DC-F4A1-A112D7427F5D}"/>
                </a:ext>
              </a:extLst>
            </p:cNvPr>
            <p:cNvSpPr>
              <a:spLocks noChangeAspect="1"/>
            </p:cNvSpPr>
            <p:nvPr/>
          </p:nvSpPr>
          <p:spPr bwMode="auto">
            <a:xfrm>
              <a:off x="4051148" y="2799766"/>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4" name="Square">
              <a:extLst>
                <a:ext uri="{FF2B5EF4-FFF2-40B4-BE49-F238E27FC236}">
                  <a16:creationId xmlns:a16="http://schemas.microsoft.com/office/drawing/2014/main" id="{EC85CBAB-84A6-1AF3-9EF0-BF3E6ED74B19}"/>
                </a:ext>
              </a:extLst>
            </p:cNvPr>
            <p:cNvSpPr>
              <a:spLocks noChangeAspect="1"/>
            </p:cNvSpPr>
            <p:nvPr/>
          </p:nvSpPr>
          <p:spPr bwMode="auto">
            <a:xfrm>
              <a:off x="4931739" y="240462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5" name="Square">
              <a:extLst>
                <a:ext uri="{FF2B5EF4-FFF2-40B4-BE49-F238E27FC236}">
                  <a16:creationId xmlns:a16="http://schemas.microsoft.com/office/drawing/2014/main" id="{F4B84615-2D07-6109-49EE-55651A709A97}"/>
                </a:ext>
              </a:extLst>
            </p:cNvPr>
            <p:cNvSpPr>
              <a:spLocks noChangeAspect="1"/>
            </p:cNvSpPr>
            <p:nvPr/>
          </p:nvSpPr>
          <p:spPr bwMode="auto">
            <a:xfrm>
              <a:off x="515170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6" name="Square">
              <a:extLst>
                <a:ext uri="{FF2B5EF4-FFF2-40B4-BE49-F238E27FC236}">
                  <a16:creationId xmlns:a16="http://schemas.microsoft.com/office/drawing/2014/main" id="{62435400-1282-BC66-7563-B25A07A5BD3A}"/>
                </a:ext>
              </a:extLst>
            </p:cNvPr>
            <p:cNvSpPr>
              <a:spLocks noChangeAspect="1"/>
            </p:cNvSpPr>
            <p:nvPr/>
          </p:nvSpPr>
          <p:spPr bwMode="auto">
            <a:xfrm>
              <a:off x="483952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7" name="Square">
              <a:extLst>
                <a:ext uri="{FF2B5EF4-FFF2-40B4-BE49-F238E27FC236}">
                  <a16:creationId xmlns:a16="http://schemas.microsoft.com/office/drawing/2014/main" id="{9FD679B4-180D-5DAC-65CF-415DA86E87D1}"/>
                </a:ext>
              </a:extLst>
            </p:cNvPr>
            <p:cNvSpPr>
              <a:spLocks noChangeAspect="1"/>
            </p:cNvSpPr>
            <p:nvPr/>
          </p:nvSpPr>
          <p:spPr bwMode="auto">
            <a:xfrm>
              <a:off x="5117220" y="25575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8" name="Square">
              <a:extLst>
                <a:ext uri="{FF2B5EF4-FFF2-40B4-BE49-F238E27FC236}">
                  <a16:creationId xmlns:a16="http://schemas.microsoft.com/office/drawing/2014/main" id="{3F2B7693-E431-27B7-07DD-E6D09C3331D9}"/>
                </a:ext>
              </a:extLst>
            </p:cNvPr>
            <p:cNvSpPr>
              <a:spLocks noChangeAspect="1"/>
            </p:cNvSpPr>
            <p:nvPr/>
          </p:nvSpPr>
          <p:spPr bwMode="auto">
            <a:xfrm>
              <a:off x="4990497" y="28991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9" name="Square">
              <a:extLst>
                <a:ext uri="{FF2B5EF4-FFF2-40B4-BE49-F238E27FC236}">
                  <a16:creationId xmlns:a16="http://schemas.microsoft.com/office/drawing/2014/main" id="{96BE966A-192F-B750-668F-FE641DD6804B}"/>
                </a:ext>
              </a:extLst>
            </p:cNvPr>
            <p:cNvSpPr>
              <a:spLocks noChangeAspect="1"/>
            </p:cNvSpPr>
            <p:nvPr/>
          </p:nvSpPr>
          <p:spPr bwMode="auto">
            <a:xfrm>
              <a:off x="4760996" y="294269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0" name="Square">
              <a:extLst>
                <a:ext uri="{FF2B5EF4-FFF2-40B4-BE49-F238E27FC236}">
                  <a16:creationId xmlns:a16="http://schemas.microsoft.com/office/drawing/2014/main" id="{B5E89684-97AC-60D9-2244-7BC7B3CB373B}"/>
                </a:ext>
              </a:extLst>
            </p:cNvPr>
            <p:cNvSpPr>
              <a:spLocks noChangeAspect="1"/>
            </p:cNvSpPr>
            <p:nvPr/>
          </p:nvSpPr>
          <p:spPr bwMode="auto">
            <a:xfrm>
              <a:off x="4586118" y="243190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1" name="Square">
              <a:extLst>
                <a:ext uri="{FF2B5EF4-FFF2-40B4-BE49-F238E27FC236}">
                  <a16:creationId xmlns:a16="http://schemas.microsoft.com/office/drawing/2014/main" id="{CB3BDD39-C1B8-6CC3-CE6A-5D4A10E72B11}"/>
                </a:ext>
              </a:extLst>
            </p:cNvPr>
            <p:cNvSpPr>
              <a:spLocks noChangeAspect="1"/>
            </p:cNvSpPr>
            <p:nvPr/>
          </p:nvSpPr>
          <p:spPr bwMode="auto">
            <a:xfrm>
              <a:off x="5297034" y="2298468"/>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2" name="Square">
              <a:extLst>
                <a:ext uri="{FF2B5EF4-FFF2-40B4-BE49-F238E27FC236}">
                  <a16:creationId xmlns:a16="http://schemas.microsoft.com/office/drawing/2014/main" id="{4E035BDC-043C-58D7-F260-1EA16CF09CB9}"/>
                </a:ext>
              </a:extLst>
            </p:cNvPr>
            <p:cNvSpPr>
              <a:spLocks noChangeAspect="1"/>
            </p:cNvSpPr>
            <p:nvPr/>
          </p:nvSpPr>
          <p:spPr bwMode="auto">
            <a:xfrm>
              <a:off x="4799123" y="340378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3" name="Square">
              <a:extLst>
                <a:ext uri="{FF2B5EF4-FFF2-40B4-BE49-F238E27FC236}">
                  <a16:creationId xmlns:a16="http://schemas.microsoft.com/office/drawing/2014/main" id="{04A29395-7683-4ACE-8569-C8F8FE2AD71E}"/>
                </a:ext>
              </a:extLst>
            </p:cNvPr>
            <p:cNvSpPr>
              <a:spLocks noChangeAspect="1"/>
            </p:cNvSpPr>
            <p:nvPr/>
          </p:nvSpPr>
          <p:spPr bwMode="auto">
            <a:xfrm>
              <a:off x="4645418" y="332607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4" name="Square">
              <a:extLst>
                <a:ext uri="{FF2B5EF4-FFF2-40B4-BE49-F238E27FC236}">
                  <a16:creationId xmlns:a16="http://schemas.microsoft.com/office/drawing/2014/main" id="{81B09E7D-A66A-1957-E210-8F7691140ED0}"/>
                </a:ext>
              </a:extLst>
            </p:cNvPr>
            <p:cNvSpPr>
              <a:spLocks noChangeAspect="1"/>
            </p:cNvSpPr>
            <p:nvPr/>
          </p:nvSpPr>
          <p:spPr bwMode="auto">
            <a:xfrm>
              <a:off x="4936641" y="34886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5" name="Square">
              <a:extLst>
                <a:ext uri="{FF2B5EF4-FFF2-40B4-BE49-F238E27FC236}">
                  <a16:creationId xmlns:a16="http://schemas.microsoft.com/office/drawing/2014/main" id="{85E505C9-9F53-6697-096D-F9FA30DA3041}"/>
                </a:ext>
              </a:extLst>
            </p:cNvPr>
            <p:cNvSpPr>
              <a:spLocks noChangeAspect="1"/>
            </p:cNvSpPr>
            <p:nvPr/>
          </p:nvSpPr>
          <p:spPr bwMode="auto">
            <a:xfrm>
              <a:off x="5319945" y="46419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6" name="Square">
              <a:extLst>
                <a:ext uri="{FF2B5EF4-FFF2-40B4-BE49-F238E27FC236}">
                  <a16:creationId xmlns:a16="http://schemas.microsoft.com/office/drawing/2014/main" id="{242C8510-0333-951B-21A6-E386ED3B4ECE}"/>
                </a:ext>
              </a:extLst>
            </p:cNvPr>
            <p:cNvSpPr>
              <a:spLocks noChangeAspect="1"/>
            </p:cNvSpPr>
            <p:nvPr/>
          </p:nvSpPr>
          <p:spPr bwMode="auto">
            <a:xfrm>
              <a:off x="5220779" y="407906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7" name="Square">
              <a:extLst>
                <a:ext uri="{FF2B5EF4-FFF2-40B4-BE49-F238E27FC236}">
                  <a16:creationId xmlns:a16="http://schemas.microsoft.com/office/drawing/2014/main" id="{8D239D52-84A6-6B67-95CD-7950EFAC0552}"/>
                </a:ext>
              </a:extLst>
            </p:cNvPr>
            <p:cNvSpPr>
              <a:spLocks noChangeAspect="1"/>
            </p:cNvSpPr>
            <p:nvPr/>
          </p:nvSpPr>
          <p:spPr bwMode="auto">
            <a:xfrm>
              <a:off x="5872653" y="458348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8" name="Square">
              <a:extLst>
                <a:ext uri="{FF2B5EF4-FFF2-40B4-BE49-F238E27FC236}">
                  <a16:creationId xmlns:a16="http://schemas.microsoft.com/office/drawing/2014/main" id="{9AC6260C-93C0-1E54-B5B0-2E0793CDF829}"/>
                </a:ext>
              </a:extLst>
            </p:cNvPr>
            <p:cNvSpPr>
              <a:spLocks noChangeAspect="1"/>
            </p:cNvSpPr>
            <p:nvPr/>
          </p:nvSpPr>
          <p:spPr bwMode="auto">
            <a:xfrm>
              <a:off x="6966396" y="232903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9" name="Square">
              <a:extLst>
                <a:ext uri="{FF2B5EF4-FFF2-40B4-BE49-F238E27FC236}">
                  <a16:creationId xmlns:a16="http://schemas.microsoft.com/office/drawing/2014/main" id="{520C172C-C67B-4CF2-5646-958D0432FC54}"/>
                </a:ext>
              </a:extLst>
            </p:cNvPr>
            <p:cNvSpPr>
              <a:spLocks noChangeAspect="1"/>
            </p:cNvSpPr>
            <p:nvPr/>
          </p:nvSpPr>
          <p:spPr bwMode="auto">
            <a:xfrm>
              <a:off x="8861447" y="3594187"/>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0" name="Square">
              <a:extLst>
                <a:ext uri="{FF2B5EF4-FFF2-40B4-BE49-F238E27FC236}">
                  <a16:creationId xmlns:a16="http://schemas.microsoft.com/office/drawing/2014/main" id="{5B6A6235-C591-844B-AD31-0B6F472B3E20}"/>
                </a:ext>
              </a:extLst>
            </p:cNvPr>
            <p:cNvSpPr>
              <a:spLocks noChangeAspect="1"/>
            </p:cNvSpPr>
            <p:nvPr/>
          </p:nvSpPr>
          <p:spPr bwMode="auto">
            <a:xfrm>
              <a:off x="9490780" y="3619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1" name="Square">
              <a:extLst>
                <a:ext uri="{FF2B5EF4-FFF2-40B4-BE49-F238E27FC236}">
                  <a16:creationId xmlns:a16="http://schemas.microsoft.com/office/drawing/2014/main" id="{BDB611BD-EB6C-BC87-027C-1058616D33ED}"/>
                </a:ext>
              </a:extLst>
            </p:cNvPr>
            <p:cNvSpPr>
              <a:spLocks noChangeAspect="1"/>
            </p:cNvSpPr>
            <p:nvPr/>
          </p:nvSpPr>
          <p:spPr bwMode="auto">
            <a:xfrm>
              <a:off x="6947333" y="222080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2" name="Square">
              <a:extLst>
                <a:ext uri="{FF2B5EF4-FFF2-40B4-BE49-F238E27FC236}">
                  <a16:creationId xmlns:a16="http://schemas.microsoft.com/office/drawing/2014/main" id="{6C23C3BE-F26F-E2F3-EC26-5021179389DF}"/>
                </a:ext>
              </a:extLst>
            </p:cNvPr>
            <p:cNvSpPr>
              <a:spLocks noChangeAspect="1"/>
            </p:cNvSpPr>
            <p:nvPr/>
          </p:nvSpPr>
          <p:spPr bwMode="auto">
            <a:xfrm>
              <a:off x="10072856" y="355767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3" name="Square">
              <a:extLst>
                <a:ext uri="{FF2B5EF4-FFF2-40B4-BE49-F238E27FC236}">
                  <a16:creationId xmlns:a16="http://schemas.microsoft.com/office/drawing/2014/main" id="{2E881ACA-AECF-5445-A6E4-8C30F0BA9531}"/>
                </a:ext>
              </a:extLst>
            </p:cNvPr>
            <p:cNvSpPr>
              <a:spLocks noChangeAspect="1"/>
            </p:cNvSpPr>
            <p:nvPr/>
          </p:nvSpPr>
          <p:spPr bwMode="auto">
            <a:xfrm>
              <a:off x="10761695" y="462157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4" name="Square">
              <a:extLst>
                <a:ext uri="{FF2B5EF4-FFF2-40B4-BE49-F238E27FC236}">
                  <a16:creationId xmlns:a16="http://schemas.microsoft.com/office/drawing/2014/main" id="{00E6E723-2956-FC0E-CF81-8DBB21ECD20B}"/>
                </a:ext>
              </a:extLst>
            </p:cNvPr>
            <p:cNvSpPr>
              <a:spLocks noChangeAspect="1"/>
            </p:cNvSpPr>
            <p:nvPr/>
          </p:nvSpPr>
          <p:spPr bwMode="auto">
            <a:xfrm>
              <a:off x="10761695" y="44669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5" name="Square">
              <a:extLst>
                <a:ext uri="{FF2B5EF4-FFF2-40B4-BE49-F238E27FC236}">
                  <a16:creationId xmlns:a16="http://schemas.microsoft.com/office/drawing/2014/main" id="{041B06F5-41ED-90BC-D386-31A3ED7743C0}"/>
                </a:ext>
              </a:extLst>
            </p:cNvPr>
            <p:cNvSpPr>
              <a:spLocks noChangeAspect="1"/>
            </p:cNvSpPr>
            <p:nvPr/>
          </p:nvSpPr>
          <p:spPr bwMode="auto">
            <a:xfrm>
              <a:off x="9565034" y="373273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6" name="Square">
              <a:extLst>
                <a:ext uri="{FF2B5EF4-FFF2-40B4-BE49-F238E27FC236}">
                  <a16:creationId xmlns:a16="http://schemas.microsoft.com/office/drawing/2014/main" id="{A40D8D71-BB2D-5243-69DE-4FAB810B7192}"/>
                </a:ext>
              </a:extLst>
            </p:cNvPr>
            <p:cNvSpPr>
              <a:spLocks noChangeAspect="1"/>
            </p:cNvSpPr>
            <p:nvPr/>
          </p:nvSpPr>
          <p:spPr bwMode="auto">
            <a:xfrm>
              <a:off x="9946198" y="310791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7" name="Square">
              <a:extLst>
                <a:ext uri="{FF2B5EF4-FFF2-40B4-BE49-F238E27FC236}">
                  <a16:creationId xmlns:a16="http://schemas.microsoft.com/office/drawing/2014/main" id="{86A6D8DB-8D66-7708-D2E3-F53940A5EE7F}"/>
                </a:ext>
              </a:extLst>
            </p:cNvPr>
            <p:cNvSpPr>
              <a:spLocks noChangeAspect="1"/>
            </p:cNvSpPr>
            <p:nvPr/>
          </p:nvSpPr>
          <p:spPr bwMode="auto">
            <a:xfrm>
              <a:off x="9783772" y="327162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8" name="Square">
              <a:extLst>
                <a:ext uri="{FF2B5EF4-FFF2-40B4-BE49-F238E27FC236}">
                  <a16:creationId xmlns:a16="http://schemas.microsoft.com/office/drawing/2014/main" id="{9FB6A525-C042-0EE8-37F3-8BAEE72DAC25}"/>
                </a:ext>
              </a:extLst>
            </p:cNvPr>
            <p:cNvSpPr>
              <a:spLocks noChangeAspect="1"/>
            </p:cNvSpPr>
            <p:nvPr/>
          </p:nvSpPr>
          <p:spPr bwMode="auto">
            <a:xfrm>
              <a:off x="7168798" y="23978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9" name="Square">
              <a:extLst>
                <a:ext uri="{FF2B5EF4-FFF2-40B4-BE49-F238E27FC236}">
                  <a16:creationId xmlns:a16="http://schemas.microsoft.com/office/drawing/2014/main" id="{EDB6BD76-D0AF-2FC3-6DFC-F8EC6790980F}"/>
                </a:ext>
              </a:extLst>
            </p:cNvPr>
            <p:cNvSpPr>
              <a:spLocks noChangeAspect="1"/>
            </p:cNvSpPr>
            <p:nvPr/>
          </p:nvSpPr>
          <p:spPr bwMode="auto">
            <a:xfrm>
              <a:off x="6854597" y="275201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0" name="Square">
              <a:extLst>
                <a:ext uri="{FF2B5EF4-FFF2-40B4-BE49-F238E27FC236}">
                  <a16:creationId xmlns:a16="http://schemas.microsoft.com/office/drawing/2014/main" id="{8D2D1CAC-CC29-7D1C-FEF4-BC05C17E42DA}"/>
                </a:ext>
              </a:extLst>
            </p:cNvPr>
            <p:cNvSpPr>
              <a:spLocks noChangeAspect="1"/>
            </p:cNvSpPr>
            <p:nvPr/>
          </p:nvSpPr>
          <p:spPr bwMode="auto">
            <a:xfrm>
              <a:off x="7114847" y="250248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1" name="Square">
              <a:extLst>
                <a:ext uri="{FF2B5EF4-FFF2-40B4-BE49-F238E27FC236}">
                  <a16:creationId xmlns:a16="http://schemas.microsoft.com/office/drawing/2014/main" id="{56B10B54-BF6D-F122-0068-218772294836}"/>
                </a:ext>
              </a:extLst>
            </p:cNvPr>
            <p:cNvSpPr>
              <a:spLocks noChangeAspect="1"/>
            </p:cNvSpPr>
            <p:nvPr/>
          </p:nvSpPr>
          <p:spPr bwMode="auto">
            <a:xfrm>
              <a:off x="7425211" y="226799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2" name="Square">
              <a:extLst>
                <a:ext uri="{FF2B5EF4-FFF2-40B4-BE49-F238E27FC236}">
                  <a16:creationId xmlns:a16="http://schemas.microsoft.com/office/drawing/2014/main" id="{CDC56A38-5F8E-C1AE-A5D6-816313346DDE}"/>
                </a:ext>
              </a:extLst>
            </p:cNvPr>
            <p:cNvSpPr>
              <a:spLocks noChangeAspect="1"/>
            </p:cNvSpPr>
            <p:nvPr/>
          </p:nvSpPr>
          <p:spPr bwMode="auto">
            <a:xfrm>
              <a:off x="8116379" y="262820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3" name="Square">
              <a:extLst>
                <a:ext uri="{FF2B5EF4-FFF2-40B4-BE49-F238E27FC236}">
                  <a16:creationId xmlns:a16="http://schemas.microsoft.com/office/drawing/2014/main" id="{72A89AFB-9D5C-0D94-5D68-5B24A945395D}"/>
                </a:ext>
              </a:extLst>
            </p:cNvPr>
            <p:cNvSpPr>
              <a:spLocks noChangeAspect="1"/>
            </p:cNvSpPr>
            <p:nvPr/>
          </p:nvSpPr>
          <p:spPr bwMode="auto">
            <a:xfrm>
              <a:off x="8024873" y="27178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4" name="Square">
              <a:extLst>
                <a:ext uri="{FF2B5EF4-FFF2-40B4-BE49-F238E27FC236}">
                  <a16:creationId xmlns:a16="http://schemas.microsoft.com/office/drawing/2014/main" id="{54692786-8769-37C4-AA1B-5290C68A64D4}"/>
                </a:ext>
              </a:extLst>
            </p:cNvPr>
            <p:cNvSpPr>
              <a:spLocks noChangeAspect="1"/>
            </p:cNvSpPr>
            <p:nvPr/>
          </p:nvSpPr>
          <p:spPr bwMode="auto">
            <a:xfrm>
              <a:off x="8833524" y="34928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5" name="Square">
              <a:extLst>
                <a:ext uri="{FF2B5EF4-FFF2-40B4-BE49-F238E27FC236}">
                  <a16:creationId xmlns:a16="http://schemas.microsoft.com/office/drawing/2014/main" id="{5D416C68-273C-92ED-F87A-033A7DBF829C}"/>
                </a:ext>
              </a:extLst>
            </p:cNvPr>
            <p:cNvSpPr>
              <a:spLocks noChangeAspect="1"/>
            </p:cNvSpPr>
            <p:nvPr/>
          </p:nvSpPr>
          <p:spPr bwMode="auto">
            <a:xfrm>
              <a:off x="8931926" y="33507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6" name="Square">
              <a:extLst>
                <a:ext uri="{FF2B5EF4-FFF2-40B4-BE49-F238E27FC236}">
                  <a16:creationId xmlns:a16="http://schemas.microsoft.com/office/drawing/2014/main" id="{0A045C2D-BA8C-B928-8FFC-E08FF4071F37}"/>
                </a:ext>
              </a:extLst>
            </p:cNvPr>
            <p:cNvSpPr>
              <a:spLocks noChangeAspect="1"/>
            </p:cNvSpPr>
            <p:nvPr/>
          </p:nvSpPr>
          <p:spPr bwMode="auto">
            <a:xfrm>
              <a:off x="8785192" y="312195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7" name="Square">
              <a:extLst>
                <a:ext uri="{FF2B5EF4-FFF2-40B4-BE49-F238E27FC236}">
                  <a16:creationId xmlns:a16="http://schemas.microsoft.com/office/drawing/2014/main" id="{BDC647FD-BA11-31E6-E096-9CE0E77BFB81}"/>
                </a:ext>
              </a:extLst>
            </p:cNvPr>
            <p:cNvSpPr>
              <a:spLocks noChangeAspect="1"/>
            </p:cNvSpPr>
            <p:nvPr/>
          </p:nvSpPr>
          <p:spPr bwMode="auto">
            <a:xfrm>
              <a:off x="6801823" y="229846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8" name="Square">
              <a:extLst>
                <a:ext uri="{FF2B5EF4-FFF2-40B4-BE49-F238E27FC236}">
                  <a16:creationId xmlns:a16="http://schemas.microsoft.com/office/drawing/2014/main" id="{C93B74B7-84C9-5C2E-05ED-ECBB87AF636D}"/>
                </a:ext>
              </a:extLst>
            </p:cNvPr>
            <p:cNvSpPr>
              <a:spLocks noChangeAspect="1"/>
            </p:cNvSpPr>
            <p:nvPr/>
          </p:nvSpPr>
          <p:spPr bwMode="auto">
            <a:xfrm>
              <a:off x="7904611" y="308387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50" name="Square">
              <a:extLst>
                <a:ext uri="{FF2B5EF4-FFF2-40B4-BE49-F238E27FC236}">
                  <a16:creationId xmlns:a16="http://schemas.microsoft.com/office/drawing/2014/main" id="{C64D1722-A040-1375-1F52-41C9DF4E6359}"/>
                </a:ext>
              </a:extLst>
            </p:cNvPr>
            <p:cNvSpPr>
              <a:spLocks noChangeAspect="1"/>
            </p:cNvSpPr>
            <p:nvPr userDrawn="1"/>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2" name="TextBox 101">
              <a:extLst>
                <a:ext uri="{FF2B5EF4-FFF2-40B4-BE49-F238E27FC236}">
                  <a16:creationId xmlns:a16="http://schemas.microsoft.com/office/drawing/2014/main" id="{E338BD59-83E2-A20A-54E3-15F651322CAA}"/>
                </a:ext>
              </a:extLst>
            </p:cNvPr>
            <p:cNvSpPr txBox="1"/>
            <p:nvPr userDrawn="1"/>
          </p:nvSpPr>
          <p:spPr>
            <a:xfrm>
              <a:off x="10883229" y="2428150"/>
              <a:ext cx="1022540" cy="2193806"/>
            </a:xfrm>
            <a:prstGeom prst="rect">
              <a:avLst/>
            </a:prstGeom>
            <a:noFill/>
          </p:spPr>
          <p:txBody>
            <a:bodyPr wrap="square" lIns="0" tIns="0" rIns="0" bIns="0" rtlCol="0">
              <a:spAutoFit/>
            </a:bodyPr>
            <a:lstStyle/>
            <a:p>
              <a:pPr>
                <a:lnSpc>
                  <a:spcPct val="110000"/>
                </a:lnSpc>
                <a:buSzPct val="100000"/>
              </a:pPr>
              <a:r>
                <a:rPr lang="en-US" sz="1000" b="1" dirty="0">
                  <a:solidFill>
                    <a:schemeClr val="tx1"/>
                  </a:solidFill>
                  <a:latin typeface="Aptos Light" panose="020B0004020202020204" pitchFamily="34" charset="0"/>
                </a:rPr>
                <a:t>APAC</a:t>
              </a:r>
            </a:p>
            <a:p>
              <a:pPr>
                <a:lnSpc>
                  <a:spcPct val="110000"/>
                </a:lnSpc>
                <a:buSzPct val="100000"/>
              </a:pPr>
              <a:r>
                <a:rPr lang="en-US" sz="1000" dirty="0">
                  <a:solidFill>
                    <a:schemeClr val="accent3"/>
                  </a:solidFill>
                  <a:latin typeface="Aptos Light" panose="020B0004020202020204" pitchFamily="34" charset="0"/>
                </a:rPr>
                <a:t>Singapore, SG</a:t>
              </a:r>
            </a:p>
            <a:p>
              <a:pPr>
                <a:lnSpc>
                  <a:spcPct val="110000"/>
                </a:lnSpc>
                <a:buSzPct val="100000"/>
              </a:pPr>
              <a:r>
                <a:rPr lang="en-US" sz="1000" dirty="0">
                  <a:solidFill>
                    <a:schemeClr val="tx1"/>
                  </a:solidFill>
                  <a:latin typeface="Aptos Light" panose="020B0004020202020204" pitchFamily="34" charset="0"/>
                </a:rPr>
                <a:t>Manila, PH</a:t>
              </a:r>
            </a:p>
            <a:p>
              <a:pPr>
                <a:lnSpc>
                  <a:spcPct val="110000"/>
                </a:lnSpc>
                <a:buSzPct val="100000"/>
              </a:pPr>
              <a:r>
                <a:rPr lang="en-US" sz="1000" dirty="0">
                  <a:solidFill>
                    <a:schemeClr val="tx1"/>
                  </a:solidFill>
                  <a:latin typeface="Aptos Light" panose="020B0004020202020204" pitchFamily="34" charset="0"/>
                </a:rPr>
                <a:t>Sydney, AU</a:t>
              </a:r>
            </a:p>
            <a:p>
              <a:pPr>
                <a:lnSpc>
                  <a:spcPct val="110000"/>
                </a:lnSpc>
                <a:buSzPct val="100000"/>
              </a:pPr>
              <a:r>
                <a:rPr lang="en-US" sz="1000" dirty="0">
                  <a:solidFill>
                    <a:schemeClr val="tx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dirty="0">
                  <a:solidFill>
                    <a:schemeClr val="tx1"/>
                  </a:solidFill>
                  <a:latin typeface="Aptos Light" panose="020B0004020202020204" pitchFamily="34" charset="0"/>
                </a:rPr>
                <a:t>Brisbane, AU</a:t>
              </a:r>
            </a:p>
            <a:p>
              <a:pPr>
                <a:lnSpc>
                  <a:spcPct val="110000"/>
                </a:lnSpc>
                <a:buSzPct val="100000"/>
              </a:pPr>
              <a:r>
                <a:rPr lang="en-US" sz="1000" dirty="0">
                  <a:solidFill>
                    <a:schemeClr val="tx1"/>
                  </a:solidFill>
                  <a:latin typeface="Aptos Light" panose="020B0004020202020204" pitchFamily="34" charset="0"/>
                </a:rPr>
                <a:t>Penang, MY</a:t>
              </a:r>
            </a:p>
            <a:p>
              <a:pPr>
                <a:lnSpc>
                  <a:spcPct val="110000"/>
                </a:lnSpc>
                <a:buSzPct val="100000"/>
              </a:pPr>
              <a:r>
                <a:rPr lang="en-US" sz="1000" dirty="0">
                  <a:solidFill>
                    <a:schemeClr val="tx1"/>
                  </a:solidFill>
                  <a:latin typeface="Aptos Light" panose="020B0004020202020204" pitchFamily="34" charset="0"/>
                </a:rPr>
                <a:t>Kuala Lumpur, MY</a:t>
              </a:r>
            </a:p>
            <a:p>
              <a:pPr>
                <a:lnSpc>
                  <a:spcPct val="110000"/>
                </a:lnSpc>
                <a:buSzPct val="100000"/>
              </a:pPr>
              <a:r>
                <a:rPr lang="en-US" sz="1000" dirty="0">
                  <a:solidFill>
                    <a:schemeClr val="tx1"/>
                  </a:solidFill>
                  <a:latin typeface="Aptos Light" panose="020B0004020202020204" pitchFamily="34" charset="0"/>
                </a:rPr>
                <a:t>Shanghai, CN</a:t>
              </a:r>
            </a:p>
            <a:p>
              <a:pPr>
                <a:lnSpc>
                  <a:spcPct val="110000"/>
                </a:lnSpc>
                <a:buSzPct val="100000"/>
              </a:pPr>
              <a:r>
                <a:rPr lang="en-US" sz="1000" dirty="0">
                  <a:solidFill>
                    <a:schemeClr val="tx1"/>
                  </a:solidFill>
                  <a:latin typeface="Aptos Light" panose="020B0004020202020204" pitchFamily="34" charset="0"/>
                </a:rPr>
                <a:t>Taipei, TW</a:t>
              </a:r>
            </a:p>
            <a:p>
              <a:pPr>
                <a:lnSpc>
                  <a:spcPct val="110000"/>
                </a:lnSpc>
                <a:buSzPct val="100000"/>
              </a:pPr>
              <a:r>
                <a:rPr lang="en-US" sz="1000" dirty="0">
                  <a:solidFill>
                    <a:schemeClr val="tx1"/>
                  </a:solidFill>
                  <a:latin typeface="Aptos Light" panose="020B0004020202020204" pitchFamily="34" charset="0"/>
                </a:rPr>
                <a:t>Hong Kong, HK</a:t>
              </a:r>
            </a:p>
            <a:p>
              <a:pPr>
                <a:lnSpc>
                  <a:spcPct val="110000"/>
                </a:lnSpc>
                <a:buSzPct val="100000"/>
              </a:pPr>
              <a:r>
                <a:rPr lang="en-US" sz="1000" dirty="0">
                  <a:solidFill>
                    <a:schemeClr val="tx1"/>
                  </a:solidFill>
                  <a:latin typeface="Aptos Light" panose="020B0004020202020204" pitchFamily="34" charset="0"/>
                </a:rPr>
                <a:t>Tokyo, JP</a:t>
              </a:r>
            </a:p>
            <a:p>
              <a:pPr>
                <a:lnSpc>
                  <a:spcPct val="110000"/>
                </a:lnSpc>
                <a:buSzPct val="100000"/>
              </a:pPr>
              <a:r>
                <a:rPr lang="en-US" sz="1000" dirty="0">
                  <a:solidFill>
                    <a:schemeClr val="tx1"/>
                  </a:solidFill>
                  <a:latin typeface="Aptos Light" panose="020B0004020202020204" pitchFamily="34" charset="0"/>
                </a:rPr>
                <a:t>Ho chin min, VN</a:t>
              </a:r>
            </a:p>
          </p:txBody>
        </p:sp>
        <p:sp>
          <p:nvSpPr>
            <p:cNvPr id="103" name="Square">
              <a:extLst>
                <a:ext uri="{FF2B5EF4-FFF2-40B4-BE49-F238E27FC236}">
                  <a16:creationId xmlns:a16="http://schemas.microsoft.com/office/drawing/2014/main" id="{18E4DB5B-09FE-9720-8086-AFD4DF41941A}"/>
                </a:ext>
              </a:extLst>
            </p:cNvPr>
            <p:cNvSpPr>
              <a:spLocks noChangeAspect="1"/>
            </p:cNvSpPr>
            <p:nvPr userDrawn="1"/>
          </p:nvSpPr>
          <p:spPr bwMode="auto">
            <a:xfrm>
              <a:off x="10479645" y="273915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4" name="Square">
              <a:extLst>
                <a:ext uri="{FF2B5EF4-FFF2-40B4-BE49-F238E27FC236}">
                  <a16:creationId xmlns:a16="http://schemas.microsoft.com/office/drawing/2014/main" id="{045AA1F3-55D1-AA7F-3DE5-45F5237857BC}"/>
                </a:ext>
              </a:extLst>
            </p:cNvPr>
            <p:cNvSpPr>
              <a:spLocks noChangeAspect="1"/>
            </p:cNvSpPr>
            <p:nvPr/>
          </p:nvSpPr>
          <p:spPr bwMode="auto">
            <a:xfrm>
              <a:off x="4019380" y="239856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5" name="Square">
              <a:extLst>
                <a:ext uri="{FF2B5EF4-FFF2-40B4-BE49-F238E27FC236}">
                  <a16:creationId xmlns:a16="http://schemas.microsoft.com/office/drawing/2014/main" id="{D4D13C91-F0E5-E4D5-DB46-212A67A6A9AB}"/>
                </a:ext>
              </a:extLst>
            </p:cNvPr>
            <p:cNvSpPr>
              <a:spLocks noChangeAspect="1"/>
            </p:cNvSpPr>
            <p:nvPr/>
          </p:nvSpPr>
          <p:spPr bwMode="auto">
            <a:xfrm>
              <a:off x="5150929" y="376474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6" name="Square">
              <a:extLst>
                <a:ext uri="{FF2B5EF4-FFF2-40B4-BE49-F238E27FC236}">
                  <a16:creationId xmlns:a16="http://schemas.microsoft.com/office/drawing/2014/main" id="{220DED5F-E096-2E9D-FDE1-06A67F37EFBA}"/>
                </a:ext>
              </a:extLst>
            </p:cNvPr>
            <p:cNvSpPr>
              <a:spLocks noChangeAspect="1"/>
            </p:cNvSpPr>
            <p:nvPr/>
          </p:nvSpPr>
          <p:spPr bwMode="auto">
            <a:xfrm>
              <a:off x="9616458" y="350719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grpSp>
    </p:spTree>
    <p:extLst>
      <p:ext uri="{BB962C8B-B14F-4D97-AF65-F5344CB8AC3E}">
        <p14:creationId xmlns:p14="http://schemas.microsoft.com/office/powerpoint/2010/main" val="36994660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Worldwide office locations Updated">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dirty="0">
                <a:solidFill>
                  <a:schemeClr val="bg1"/>
                </a:solidFill>
                <a:latin typeface="Aptos Light" panose="020B0004020202020204" pitchFamily="34" charset="0"/>
              </a:rPr>
              <a:t>Engineering change </a:t>
            </a:r>
            <a:br>
              <a:rPr lang="en-US" b="0" dirty="0">
                <a:solidFill>
                  <a:schemeClr val="bg1"/>
                </a:solidFill>
                <a:latin typeface="Aptos Light" panose="020B0004020202020204" pitchFamily="34" charset="0"/>
              </a:rPr>
            </a:br>
            <a:r>
              <a:rPr lang="en-US" b="0" dirty="0">
                <a:solidFill>
                  <a:schemeClr val="bg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solidFill>
                  <a:schemeClr val="bg1"/>
                </a:solidFill>
                <a:latin typeface="Aptos Light" panose="020B0004020202020204" pitchFamily="34" charset="0"/>
              </a:rPr>
              <a:t>*To see a list of all offices, visit </a:t>
            </a:r>
            <a:r>
              <a:rPr lang="en-US" sz="1050" b="1" i="0" u="sng" dirty="0">
                <a:solidFill>
                  <a:schemeClr val="bg1"/>
                </a:solidFill>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solidFill>
                    <a:schemeClr val="bg1"/>
                  </a:solidFill>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solidFill>
                    <a:schemeClr val="bg1"/>
                  </a:solidFill>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dirty="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5" name="UST" descr="UST">
            <a:extLst>
              <a:ext uri="{FF2B5EF4-FFF2-40B4-BE49-F238E27FC236}">
                <a16:creationId xmlns:a16="http://schemas.microsoft.com/office/drawing/2014/main" id="{72D52E3F-9A96-46B2-35AF-A2385C66C267}"/>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1F20"/>
              </a:solidFill>
              <a:effectLst/>
              <a:uLnTx/>
              <a:uFillTx/>
            </a:endParaRPr>
          </a:p>
        </p:txBody>
      </p:sp>
      <p:sp>
        <p:nvSpPr>
          <p:cNvPr id="6" name="Legal">
            <a:extLst>
              <a:ext uri="{FF2B5EF4-FFF2-40B4-BE49-F238E27FC236}">
                <a16:creationId xmlns:a16="http://schemas.microsoft.com/office/drawing/2014/main" id="{91C9DE65-92FF-E31B-4F50-1D04E1E2AEE3}"/>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2026 UST Global Inc</a:t>
            </a:r>
          </a:p>
        </p:txBody>
      </p:sp>
      <p:sp>
        <p:nvSpPr>
          <p:cNvPr id="7" name="Slide Number Placeholder 10">
            <a:extLst>
              <a:ext uri="{FF2B5EF4-FFF2-40B4-BE49-F238E27FC236}">
                <a16:creationId xmlns:a16="http://schemas.microsoft.com/office/drawing/2014/main" id="{B0A46B1E-3B82-5F78-393F-101F550F1FF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grpSp>
        <p:nvGrpSpPr>
          <p:cNvPr id="113" name="Group 112">
            <a:extLst>
              <a:ext uri="{FF2B5EF4-FFF2-40B4-BE49-F238E27FC236}">
                <a16:creationId xmlns:a16="http://schemas.microsoft.com/office/drawing/2014/main" id="{9F598E1F-F716-1FF1-60C3-3C5FB4FD98A1}"/>
              </a:ext>
            </a:extLst>
          </p:cNvPr>
          <p:cNvGrpSpPr/>
          <p:nvPr userDrawn="1"/>
        </p:nvGrpSpPr>
        <p:grpSpPr>
          <a:xfrm>
            <a:off x="2807849" y="1020802"/>
            <a:ext cx="9059820" cy="5362262"/>
            <a:chOff x="2807849" y="1020802"/>
            <a:chExt cx="9059820" cy="5362262"/>
          </a:xfrm>
        </p:grpSpPr>
        <p:grpSp>
          <p:nvGrpSpPr>
            <p:cNvPr id="10" name="Group 9">
              <a:extLst>
                <a:ext uri="{FF2B5EF4-FFF2-40B4-BE49-F238E27FC236}">
                  <a16:creationId xmlns:a16="http://schemas.microsoft.com/office/drawing/2014/main" id="{F7430789-A31B-06F7-35E3-AF97CD47F6BF}"/>
                </a:ext>
              </a:extLst>
            </p:cNvPr>
            <p:cNvGrpSpPr/>
            <p:nvPr userDrawn="1"/>
          </p:nvGrpSpPr>
          <p:grpSpPr>
            <a:xfrm>
              <a:off x="2807849" y="1020802"/>
              <a:ext cx="8852619" cy="5362262"/>
              <a:chOff x="2845949" y="1020802"/>
              <a:chExt cx="8852619" cy="5362262"/>
            </a:xfrm>
          </p:grpSpPr>
          <p:sp>
            <p:nvSpPr>
              <p:cNvPr id="11" name="TextBox 10">
                <a:extLst>
                  <a:ext uri="{FF2B5EF4-FFF2-40B4-BE49-F238E27FC236}">
                    <a16:creationId xmlns:a16="http://schemas.microsoft.com/office/drawing/2014/main" id="{C0C52C69-8DF0-37A2-CA5E-28499212BC8D}"/>
                  </a:ext>
                </a:extLst>
              </p:cNvPr>
              <p:cNvSpPr txBox="1"/>
              <p:nvPr/>
            </p:nvSpPr>
            <p:spPr>
              <a:xfrm>
                <a:off x="2845949" y="2336626"/>
                <a:ext cx="1098058" cy="3063274"/>
              </a:xfrm>
              <a:prstGeom prst="rect">
                <a:avLst/>
              </a:prstGeom>
              <a:noFill/>
            </p:spPr>
            <p:txBody>
              <a:bodyPr wrap="none" lIns="0" tIns="0" rIns="0" bIns="0" rtlCol="0">
                <a:spAutoFit/>
              </a:bodyPr>
              <a:lstStyle/>
              <a:p>
                <a:pPr>
                  <a:lnSpc>
                    <a:spcPct val="110000"/>
                  </a:lnSpc>
                  <a:spcAft>
                    <a:spcPts val="100"/>
                  </a:spcAft>
                  <a:buSzPct val="100000"/>
                </a:pPr>
                <a:r>
                  <a:rPr lang="en-US" sz="1000" b="1" dirty="0">
                    <a:solidFill>
                      <a:schemeClr val="bg1"/>
                    </a:solidFill>
                    <a:latin typeface="Aptos Light" panose="020B0004020202020204" pitchFamily="34" charset="0"/>
                  </a:rPr>
                  <a:t>AMERICAS</a:t>
                </a:r>
              </a:p>
              <a:p>
                <a:pPr>
                  <a:lnSpc>
                    <a:spcPct val="110000"/>
                  </a:lnSpc>
                  <a:spcAft>
                    <a:spcPts val="100"/>
                  </a:spcAft>
                  <a:buSzPct val="100000"/>
                </a:pPr>
                <a:r>
                  <a:rPr lang="en-US" sz="1000" dirty="0">
                    <a:solidFill>
                      <a:schemeClr val="accent6"/>
                    </a:solidFill>
                    <a:latin typeface="Aptos Light" panose="020B0004020202020204" pitchFamily="34" charset="0"/>
                  </a:rPr>
                  <a:t>Global HQ – Orange </a:t>
                </a:r>
                <a:br>
                  <a:rPr lang="en-US" sz="1000" dirty="0">
                    <a:solidFill>
                      <a:schemeClr val="accent6"/>
                    </a:solidFill>
                    <a:latin typeface="Aptos Light" panose="020B0004020202020204" pitchFamily="34" charset="0"/>
                  </a:rPr>
                </a:br>
                <a:r>
                  <a:rPr lang="en-US" sz="1000" dirty="0">
                    <a:solidFill>
                      <a:schemeClr val="accent6"/>
                    </a:solidFill>
                    <a:latin typeface="Aptos Light" panose="020B0004020202020204" pitchFamily="34" charset="0"/>
                  </a:rPr>
                  <a:t>County, CA</a:t>
                </a:r>
              </a:p>
              <a:p>
                <a:pPr>
                  <a:lnSpc>
                    <a:spcPct val="110000"/>
                  </a:lnSpc>
                  <a:spcAft>
                    <a:spcPts val="100"/>
                  </a:spcAft>
                  <a:buSzPct val="100000"/>
                </a:pPr>
                <a:r>
                  <a:rPr lang="en-US" sz="1000" dirty="0">
                    <a:solidFill>
                      <a:schemeClr val="bg1"/>
                    </a:solidFill>
                    <a:latin typeface="Aptos Light" panose="020B0004020202020204" pitchFamily="34" charset="0"/>
                  </a:rPr>
                  <a:t>Bentonville, AR</a:t>
                </a:r>
              </a:p>
              <a:p>
                <a:pPr>
                  <a:lnSpc>
                    <a:spcPct val="110000"/>
                  </a:lnSpc>
                  <a:spcAft>
                    <a:spcPts val="100"/>
                  </a:spcAft>
                  <a:buSzPct val="100000"/>
                </a:pPr>
                <a:r>
                  <a:rPr lang="en-US" sz="1000" dirty="0">
                    <a:solidFill>
                      <a:schemeClr val="bg1"/>
                    </a:solidFill>
                    <a:latin typeface="Aptos Light" panose="020B0004020202020204" pitchFamily="34" charset="0"/>
                  </a:rPr>
                  <a:t>Chicago, IL </a:t>
                </a:r>
              </a:p>
              <a:p>
                <a:pPr>
                  <a:lnSpc>
                    <a:spcPct val="110000"/>
                  </a:lnSpc>
                  <a:spcAft>
                    <a:spcPts val="100"/>
                  </a:spcAft>
                  <a:buSzPct val="100000"/>
                </a:pPr>
                <a:r>
                  <a:rPr lang="en-US" sz="1000" dirty="0">
                    <a:solidFill>
                      <a:schemeClr val="bg1"/>
                    </a:solidFill>
                    <a:latin typeface="Aptos Light" panose="020B0004020202020204" pitchFamily="34" charset="0"/>
                  </a:rPr>
                  <a:t>Norfolk, VA</a:t>
                </a:r>
              </a:p>
              <a:p>
                <a:pPr>
                  <a:lnSpc>
                    <a:spcPct val="110000"/>
                  </a:lnSpc>
                  <a:spcAft>
                    <a:spcPts val="100"/>
                  </a:spcAft>
                  <a:buSzPct val="100000"/>
                </a:pPr>
                <a:r>
                  <a:rPr lang="en-US" sz="1000" dirty="0">
                    <a:solidFill>
                      <a:schemeClr val="bg1"/>
                    </a:solidFill>
                    <a:latin typeface="Aptos Light" panose="020B0004020202020204" pitchFamily="34" charset="0"/>
                  </a:rPr>
                  <a:t>Atlanta, GA</a:t>
                </a:r>
              </a:p>
              <a:p>
                <a:pPr>
                  <a:lnSpc>
                    <a:spcPct val="110000"/>
                  </a:lnSpc>
                  <a:spcAft>
                    <a:spcPts val="100"/>
                  </a:spcAft>
                  <a:buSzPct val="100000"/>
                </a:pPr>
                <a:r>
                  <a:rPr lang="en-US" sz="1000" dirty="0">
                    <a:solidFill>
                      <a:schemeClr val="bg1"/>
                    </a:solidFill>
                    <a:latin typeface="Aptos Light" panose="020B0004020202020204" pitchFamily="34" charset="0"/>
                  </a:rPr>
                  <a:t>Seattle, WA</a:t>
                </a:r>
              </a:p>
              <a:p>
                <a:pPr>
                  <a:lnSpc>
                    <a:spcPct val="110000"/>
                  </a:lnSpc>
                  <a:spcAft>
                    <a:spcPts val="100"/>
                  </a:spcAft>
                  <a:buSzPct val="100000"/>
                </a:pPr>
                <a:r>
                  <a:rPr lang="en-US" sz="1000" dirty="0">
                    <a:solidFill>
                      <a:schemeClr val="bg1"/>
                    </a:solidFill>
                    <a:latin typeface="Aptos Light" panose="020B0004020202020204" pitchFamily="34" charset="0"/>
                  </a:rPr>
                  <a:t>Toronto, CA</a:t>
                </a:r>
              </a:p>
              <a:p>
                <a:pPr>
                  <a:lnSpc>
                    <a:spcPct val="110000"/>
                  </a:lnSpc>
                  <a:spcAft>
                    <a:spcPts val="100"/>
                  </a:spcAft>
                  <a:buSzPct val="100000"/>
                </a:pPr>
                <a:r>
                  <a:rPr lang="en-US" sz="1000" dirty="0">
                    <a:solidFill>
                      <a:schemeClr val="bg1"/>
                    </a:solidFill>
                    <a:latin typeface="Aptos Light" panose="020B0004020202020204" pitchFamily="34" charset="0"/>
                  </a:rPr>
                  <a:t>Vancouver, CA</a:t>
                </a:r>
              </a:p>
              <a:p>
                <a:pPr>
                  <a:lnSpc>
                    <a:spcPct val="110000"/>
                  </a:lnSpc>
                  <a:spcAft>
                    <a:spcPts val="100"/>
                  </a:spcAft>
                  <a:buSzPct val="100000"/>
                </a:pPr>
                <a:r>
                  <a:rPr lang="en-US" sz="1000" dirty="0">
                    <a:solidFill>
                      <a:schemeClr val="bg1"/>
                    </a:solidFill>
                    <a:latin typeface="Aptos Light" panose="020B0004020202020204" pitchFamily="34" charset="0"/>
                  </a:rPr>
                  <a:t>Guadalajara, MX</a:t>
                </a:r>
              </a:p>
              <a:p>
                <a:pPr>
                  <a:lnSpc>
                    <a:spcPct val="110000"/>
                  </a:lnSpc>
                  <a:spcAft>
                    <a:spcPts val="100"/>
                  </a:spcAft>
                  <a:buSzPct val="100000"/>
                </a:pPr>
                <a:r>
                  <a:rPr lang="en-US" sz="1000" dirty="0">
                    <a:solidFill>
                      <a:schemeClr val="bg1"/>
                    </a:solidFill>
                    <a:latin typeface="Aptos Light" panose="020B0004020202020204" pitchFamily="34" charset="0"/>
                  </a:rPr>
                  <a:t>Leon, MX</a:t>
                </a:r>
              </a:p>
              <a:p>
                <a:pPr>
                  <a:lnSpc>
                    <a:spcPct val="110000"/>
                  </a:lnSpc>
                  <a:spcAft>
                    <a:spcPts val="100"/>
                  </a:spcAft>
                  <a:buSzPct val="100000"/>
                </a:pPr>
                <a:r>
                  <a:rPr lang="en-US" sz="1000" dirty="0">
                    <a:solidFill>
                      <a:schemeClr val="bg1"/>
                    </a:solidFill>
                    <a:latin typeface="Aptos Light" panose="020B0004020202020204" pitchFamily="34" charset="0"/>
                  </a:rPr>
                  <a:t>San Jose, CR</a:t>
                </a:r>
              </a:p>
              <a:p>
                <a:pPr>
                  <a:lnSpc>
                    <a:spcPct val="110000"/>
                  </a:lnSpc>
                  <a:spcAft>
                    <a:spcPts val="100"/>
                  </a:spcAft>
                  <a:buSzPct val="100000"/>
                </a:pPr>
                <a:r>
                  <a:rPr lang="en-US" sz="1000" dirty="0">
                    <a:solidFill>
                      <a:schemeClr val="bg1"/>
                    </a:solidFill>
                    <a:latin typeface="Aptos Light" panose="020B0004020202020204" pitchFamily="34" charset="0"/>
                  </a:rPr>
                  <a:t>Santiago, CL</a:t>
                </a:r>
              </a:p>
              <a:p>
                <a:pPr>
                  <a:lnSpc>
                    <a:spcPct val="110000"/>
                  </a:lnSpc>
                  <a:spcAft>
                    <a:spcPts val="100"/>
                  </a:spcAft>
                  <a:buSzPct val="100000"/>
                </a:pPr>
                <a:r>
                  <a:rPr lang="en-US" sz="1000" dirty="0">
                    <a:solidFill>
                      <a:schemeClr val="bg1"/>
                    </a:solidFill>
                    <a:latin typeface="Aptos Light" panose="020B0004020202020204" pitchFamily="34" charset="0"/>
                  </a:rPr>
                  <a:t>Lima, PE</a:t>
                </a:r>
              </a:p>
              <a:p>
                <a:pPr>
                  <a:lnSpc>
                    <a:spcPct val="110000"/>
                  </a:lnSpc>
                  <a:spcAft>
                    <a:spcPts val="100"/>
                  </a:spcAft>
                  <a:buSzPct val="100000"/>
                </a:pPr>
                <a:r>
                  <a:rPr lang="en-US" sz="1000" dirty="0">
                    <a:solidFill>
                      <a:schemeClr val="bg1"/>
                    </a:solidFill>
                    <a:latin typeface="Aptos Light" panose="020B0004020202020204" pitchFamily="34" charset="0"/>
                  </a:rPr>
                  <a:t>Sao Paulo, BR</a:t>
                </a:r>
              </a:p>
              <a:p>
                <a:pPr>
                  <a:lnSpc>
                    <a:spcPct val="110000"/>
                  </a:lnSpc>
                  <a:spcAft>
                    <a:spcPts val="100"/>
                  </a:spcAft>
                  <a:buSzPct val="100000"/>
                </a:pPr>
                <a:r>
                  <a:rPr lang="en-US" sz="1000" dirty="0">
                    <a:solidFill>
                      <a:schemeClr val="bg1"/>
                    </a:solidFill>
                    <a:latin typeface="Aptos Light" panose="020B0004020202020204" pitchFamily="34" charset="0"/>
                  </a:rPr>
                  <a:t>Bogota, CO</a:t>
                </a:r>
              </a:p>
            </p:txBody>
          </p:sp>
          <p:sp>
            <p:nvSpPr>
              <p:cNvPr id="12" name="TextBox 11">
                <a:extLst>
                  <a:ext uri="{FF2B5EF4-FFF2-40B4-BE49-F238E27FC236}">
                    <a16:creationId xmlns:a16="http://schemas.microsoft.com/office/drawing/2014/main" id="{5AA8534D-13C7-D906-C04C-CC4AF29FE7DB}"/>
                  </a:ext>
                </a:extLst>
              </p:cNvPr>
              <p:cNvSpPr txBox="1"/>
              <p:nvPr/>
            </p:nvSpPr>
            <p:spPr>
              <a:xfrm>
                <a:off x="8669029" y="3791605"/>
                <a:ext cx="1073228" cy="1855251"/>
              </a:xfrm>
              <a:prstGeom prst="rect">
                <a:avLst/>
              </a:prstGeom>
              <a:noFill/>
            </p:spPr>
            <p:txBody>
              <a:bodyPr wrap="squar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INDIA</a:t>
                </a:r>
              </a:p>
              <a:p>
                <a:pPr>
                  <a:lnSpc>
                    <a:spcPct val="110000"/>
                  </a:lnSpc>
                  <a:buSzPct val="100000"/>
                </a:pPr>
                <a:r>
                  <a:rPr lang="en-US" sz="1000" dirty="0">
                    <a:solidFill>
                      <a:schemeClr val="accent3"/>
                    </a:solidFill>
                    <a:latin typeface="Aptos Light" panose="020B0004020202020204" pitchFamily="34" charset="0"/>
                  </a:rPr>
                  <a:t>Trivandrum</a:t>
                </a:r>
              </a:p>
              <a:p>
                <a:pPr>
                  <a:lnSpc>
                    <a:spcPct val="110000"/>
                  </a:lnSpc>
                  <a:buSzPct val="100000"/>
                </a:pPr>
                <a:r>
                  <a:rPr lang="en-US" sz="1000" dirty="0">
                    <a:solidFill>
                      <a:schemeClr val="bg1"/>
                    </a:solidFill>
                    <a:latin typeface="Aptos Light" panose="020B0004020202020204" pitchFamily="34" charset="0"/>
                  </a:rPr>
                  <a:t>Bangalore</a:t>
                </a:r>
              </a:p>
              <a:p>
                <a:pPr>
                  <a:lnSpc>
                    <a:spcPct val="110000"/>
                  </a:lnSpc>
                  <a:buSzPct val="100000"/>
                </a:pPr>
                <a:r>
                  <a:rPr lang="en-US" sz="1000" dirty="0">
                    <a:solidFill>
                      <a:schemeClr val="bg1"/>
                    </a:solidFill>
                    <a:latin typeface="Aptos Light" panose="020B0004020202020204" pitchFamily="34" charset="0"/>
                  </a:rPr>
                  <a:t>Chennai</a:t>
                </a:r>
              </a:p>
              <a:p>
                <a:pPr>
                  <a:lnSpc>
                    <a:spcPct val="110000"/>
                  </a:lnSpc>
                  <a:buSzPct val="100000"/>
                </a:pPr>
                <a:r>
                  <a:rPr lang="en-US" sz="1000" dirty="0">
                    <a:solidFill>
                      <a:schemeClr val="bg1"/>
                    </a:solidFill>
                    <a:latin typeface="Aptos Light" panose="020B0004020202020204" pitchFamily="34" charset="0"/>
                  </a:rPr>
                  <a:t>Hyderabad</a:t>
                </a:r>
              </a:p>
              <a:p>
                <a:pPr>
                  <a:lnSpc>
                    <a:spcPct val="110000"/>
                  </a:lnSpc>
                  <a:buSzPct val="100000"/>
                </a:pPr>
                <a:r>
                  <a:rPr lang="en-US" sz="1000" dirty="0">
                    <a:solidFill>
                      <a:schemeClr val="bg1"/>
                    </a:solidFill>
                    <a:latin typeface="Aptos Light" panose="020B0004020202020204" pitchFamily="34" charset="0"/>
                  </a:rPr>
                  <a:t>Kochi</a:t>
                </a:r>
              </a:p>
              <a:p>
                <a:pPr>
                  <a:lnSpc>
                    <a:spcPct val="110000"/>
                  </a:lnSpc>
                  <a:buSzPct val="100000"/>
                </a:pPr>
                <a:r>
                  <a:rPr lang="en-US" sz="1000" dirty="0">
                    <a:solidFill>
                      <a:schemeClr val="bg1"/>
                    </a:solidFill>
                    <a:latin typeface="Aptos Light" panose="020B0004020202020204" pitchFamily="34" charset="0"/>
                  </a:rPr>
                  <a:t>Delhi</a:t>
                </a:r>
              </a:p>
              <a:p>
                <a:pPr>
                  <a:lnSpc>
                    <a:spcPct val="110000"/>
                  </a:lnSpc>
                  <a:buSzPct val="100000"/>
                </a:pPr>
                <a:r>
                  <a:rPr lang="en-US" sz="1000" dirty="0">
                    <a:solidFill>
                      <a:schemeClr val="bg1"/>
                    </a:solidFill>
                    <a:latin typeface="Aptos Light" panose="020B0004020202020204" pitchFamily="34" charset="0"/>
                  </a:rPr>
                  <a:t>Coimbatore </a:t>
                </a:r>
              </a:p>
              <a:p>
                <a:pPr>
                  <a:lnSpc>
                    <a:spcPct val="110000"/>
                  </a:lnSpc>
                  <a:buSzPct val="100000"/>
                </a:pPr>
                <a:r>
                  <a:rPr lang="en-US" sz="1000" dirty="0">
                    <a:solidFill>
                      <a:schemeClr val="bg1"/>
                    </a:solidFill>
                    <a:latin typeface="Aptos Light" panose="020B0004020202020204" pitchFamily="34" charset="0"/>
                  </a:rPr>
                  <a:t>Hosur </a:t>
                </a:r>
              </a:p>
              <a:p>
                <a:pPr>
                  <a:lnSpc>
                    <a:spcPct val="110000"/>
                  </a:lnSpc>
                  <a:buSzPct val="100000"/>
                </a:pPr>
                <a:r>
                  <a:rPr lang="en-US" sz="1000" dirty="0">
                    <a:solidFill>
                      <a:schemeClr val="bg1"/>
                    </a:solidFill>
                    <a:latin typeface="Aptos Light" panose="020B0004020202020204" pitchFamily="34" charset="0"/>
                  </a:rPr>
                  <a:t>Pune</a:t>
                </a:r>
              </a:p>
              <a:p>
                <a:pPr>
                  <a:lnSpc>
                    <a:spcPct val="110000"/>
                  </a:lnSpc>
                  <a:buSzPct val="100000"/>
                </a:pPr>
                <a:r>
                  <a:rPr lang="en-US" sz="1000" dirty="0">
                    <a:solidFill>
                      <a:schemeClr val="bg1"/>
                    </a:solidFill>
                    <a:latin typeface="Aptos Light" panose="020B0004020202020204" pitchFamily="34" charset="0"/>
                  </a:rPr>
                  <a:t>Kolkata</a:t>
                </a:r>
              </a:p>
            </p:txBody>
          </p:sp>
          <p:sp>
            <p:nvSpPr>
              <p:cNvPr id="13" name="TextBox 12">
                <a:extLst>
                  <a:ext uri="{FF2B5EF4-FFF2-40B4-BE49-F238E27FC236}">
                    <a16:creationId xmlns:a16="http://schemas.microsoft.com/office/drawing/2014/main" id="{9EAA5007-3ED3-A147-2AD9-CC254E815CF4}"/>
                  </a:ext>
                </a:extLst>
              </p:cNvPr>
              <p:cNvSpPr txBox="1"/>
              <p:nvPr/>
            </p:nvSpPr>
            <p:spPr>
              <a:xfrm>
                <a:off x="5910807" y="2284867"/>
                <a:ext cx="857607" cy="1516697"/>
              </a:xfrm>
              <a:prstGeom prst="rect">
                <a:avLst/>
              </a:prstGeom>
              <a:noFill/>
            </p:spPr>
            <p:txBody>
              <a:bodyPr wrap="non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EMEA</a:t>
                </a:r>
              </a:p>
              <a:p>
                <a:pPr>
                  <a:lnSpc>
                    <a:spcPct val="110000"/>
                  </a:lnSpc>
                  <a:buSzPct val="100000"/>
                </a:pPr>
                <a:r>
                  <a:rPr lang="en-US" sz="1000" dirty="0">
                    <a:solidFill>
                      <a:schemeClr val="accent3"/>
                    </a:solidFill>
                    <a:latin typeface="Aptos Light" panose="020B0004020202020204" pitchFamily="34" charset="0"/>
                  </a:rPr>
                  <a:t>London, UK</a:t>
                </a:r>
              </a:p>
              <a:p>
                <a:pPr>
                  <a:lnSpc>
                    <a:spcPct val="110000"/>
                  </a:lnSpc>
                  <a:buSzPct val="100000"/>
                </a:pPr>
                <a:r>
                  <a:rPr lang="en-US" sz="1000" dirty="0">
                    <a:solidFill>
                      <a:schemeClr val="bg1"/>
                    </a:solidFill>
                    <a:latin typeface="Aptos Light" panose="020B0004020202020204" pitchFamily="34" charset="0"/>
                  </a:rPr>
                  <a:t>Leeds, UK</a:t>
                </a:r>
              </a:p>
              <a:p>
                <a:pPr>
                  <a:lnSpc>
                    <a:spcPct val="110000"/>
                  </a:lnSpc>
                  <a:buSzPct val="100000"/>
                </a:pPr>
                <a:r>
                  <a:rPr lang="en-US" sz="1000" dirty="0">
                    <a:solidFill>
                      <a:schemeClr val="bg1"/>
                    </a:solidFill>
                    <a:latin typeface="Aptos Light" panose="020B0004020202020204" pitchFamily="34" charset="0"/>
                  </a:rPr>
                  <a:t>Nottingham, UK</a:t>
                </a:r>
              </a:p>
              <a:p>
                <a:pPr>
                  <a:lnSpc>
                    <a:spcPct val="110000"/>
                  </a:lnSpc>
                  <a:buSzPct val="100000"/>
                </a:pPr>
                <a:r>
                  <a:rPr lang="en-US" sz="1000" dirty="0">
                    <a:solidFill>
                      <a:schemeClr val="bg1"/>
                    </a:solidFill>
                    <a:latin typeface="Aptos Light" panose="020B0004020202020204" pitchFamily="34" charset="0"/>
                  </a:rPr>
                  <a:t>Dublin, IE</a:t>
                </a:r>
              </a:p>
              <a:p>
                <a:pPr>
                  <a:lnSpc>
                    <a:spcPct val="110000"/>
                  </a:lnSpc>
                  <a:buSzPct val="100000"/>
                </a:pPr>
                <a:r>
                  <a:rPr lang="en-US" sz="1000" dirty="0">
                    <a:solidFill>
                      <a:schemeClr val="bg1"/>
                    </a:solidFill>
                    <a:latin typeface="Aptos Light" panose="020B0004020202020204" pitchFamily="34" charset="0"/>
                  </a:rPr>
                  <a:t>Madrid, ES</a:t>
                </a:r>
              </a:p>
              <a:p>
                <a:pPr>
                  <a:lnSpc>
                    <a:spcPct val="110000"/>
                  </a:lnSpc>
                  <a:buSzPct val="100000"/>
                </a:pPr>
                <a:r>
                  <a:rPr lang="en-US" sz="1000" dirty="0">
                    <a:solidFill>
                      <a:schemeClr val="bg1"/>
                    </a:solidFill>
                    <a:latin typeface="Aptos Light" panose="020B0004020202020204" pitchFamily="34" charset="0"/>
                  </a:rPr>
                  <a:t>Tel Aviv, IS</a:t>
                </a:r>
              </a:p>
              <a:p>
                <a:pPr>
                  <a:lnSpc>
                    <a:spcPct val="110000"/>
                  </a:lnSpc>
                  <a:buSzPct val="100000"/>
                </a:pPr>
                <a:r>
                  <a:rPr lang="en-US" sz="1000" dirty="0">
                    <a:solidFill>
                      <a:schemeClr val="bg1"/>
                    </a:solidFill>
                    <a:latin typeface="Aptos Light" panose="020B0004020202020204" pitchFamily="34" charset="0"/>
                  </a:rPr>
                  <a:t>Cologne, DE</a:t>
                </a:r>
              </a:p>
              <a:p>
                <a:pPr>
                  <a:lnSpc>
                    <a:spcPct val="110000"/>
                  </a:lnSpc>
                  <a:buSzPct val="100000"/>
                </a:pPr>
                <a:r>
                  <a:rPr lang="en-US" sz="1000" dirty="0">
                    <a:solidFill>
                      <a:schemeClr val="bg1"/>
                    </a:solidFill>
                    <a:latin typeface="Aptos Light" panose="020B0004020202020204" pitchFamily="34" charset="0"/>
                  </a:rPr>
                  <a:t>Lisbon, PT</a:t>
                </a:r>
              </a:p>
            </p:txBody>
          </p:sp>
          <p:sp>
            <p:nvSpPr>
              <p:cNvPr id="14" name="TextBox 13">
                <a:extLst>
                  <a:ext uri="{FF2B5EF4-FFF2-40B4-BE49-F238E27FC236}">
                    <a16:creationId xmlns:a16="http://schemas.microsoft.com/office/drawing/2014/main" id="{2F83EF09-5165-EE3B-5243-BA9FD01793CC}"/>
                  </a:ext>
                </a:extLst>
              </p:cNvPr>
              <p:cNvSpPr txBox="1"/>
              <p:nvPr/>
            </p:nvSpPr>
            <p:spPr>
              <a:xfrm>
                <a:off x="6318430" y="3850704"/>
                <a:ext cx="910506" cy="2532360"/>
              </a:xfrm>
              <a:prstGeom prst="rect">
                <a:avLst/>
              </a:prstGeom>
              <a:noFill/>
            </p:spPr>
            <p:txBody>
              <a:bodyPr wrap="none" lIns="0" tIns="0" rIns="0" bIns="0" rtlCol="0">
                <a:spAutoFit/>
              </a:bodyPr>
              <a:lstStyle/>
              <a:p>
                <a:pPr>
                  <a:lnSpc>
                    <a:spcPct val="110000"/>
                  </a:lnSpc>
                  <a:buSzPct val="100000"/>
                </a:pPr>
                <a:r>
                  <a:rPr lang="en-US" sz="1000" dirty="0">
                    <a:solidFill>
                      <a:schemeClr val="bg1"/>
                    </a:solidFill>
                    <a:latin typeface="Aptos Light" panose="020B0004020202020204" pitchFamily="34" charset="0"/>
                  </a:rPr>
                  <a:t>Paris, FR</a:t>
                </a:r>
              </a:p>
              <a:p>
                <a:pPr>
                  <a:lnSpc>
                    <a:spcPct val="110000"/>
                  </a:lnSpc>
                  <a:buSzPct val="100000"/>
                </a:pPr>
                <a:r>
                  <a:rPr lang="en-US" sz="1000" dirty="0">
                    <a:solidFill>
                      <a:schemeClr val="bg1"/>
                    </a:solidFill>
                    <a:latin typeface="Aptos Light" panose="020B0004020202020204" pitchFamily="34" charset="0"/>
                  </a:rPr>
                  <a:t>Gdansk, PL</a:t>
                </a:r>
              </a:p>
              <a:p>
                <a:pPr>
                  <a:lnSpc>
                    <a:spcPct val="110000"/>
                  </a:lnSpc>
                  <a:buSzPct val="100000"/>
                </a:pPr>
                <a:r>
                  <a:rPr lang="en-US" sz="1000" dirty="0">
                    <a:solidFill>
                      <a:schemeClr val="bg1"/>
                    </a:solidFill>
                    <a:latin typeface="Aptos Light" panose="020B0004020202020204" pitchFamily="34" charset="0"/>
                  </a:rPr>
                  <a:t>Bucharest, RO</a:t>
                </a:r>
              </a:p>
              <a:p>
                <a:pPr>
                  <a:lnSpc>
                    <a:spcPct val="110000"/>
                  </a:lnSpc>
                  <a:buSzPct val="100000"/>
                </a:pPr>
                <a:r>
                  <a:rPr lang="en-US" sz="1000" dirty="0">
                    <a:solidFill>
                      <a:schemeClr val="bg1"/>
                    </a:solidFill>
                    <a:latin typeface="Aptos Light" panose="020B0004020202020204" pitchFamily="34" charset="0"/>
                  </a:rPr>
                  <a:t>Sofia, BG</a:t>
                </a:r>
              </a:p>
              <a:p>
                <a:pPr>
                  <a:lnSpc>
                    <a:spcPct val="110000"/>
                  </a:lnSpc>
                  <a:buSzPct val="100000"/>
                </a:pPr>
                <a:r>
                  <a:rPr lang="en-US" sz="1000" dirty="0">
                    <a:solidFill>
                      <a:schemeClr val="bg1"/>
                    </a:solidFill>
                    <a:latin typeface="Aptos Light" panose="020B0004020202020204" pitchFamily="34" charset="0"/>
                  </a:rPr>
                  <a:t>Helmond, NL</a:t>
                </a:r>
              </a:p>
              <a:p>
                <a:pPr>
                  <a:lnSpc>
                    <a:spcPct val="110000"/>
                  </a:lnSpc>
                  <a:buSzPct val="100000"/>
                </a:pPr>
                <a:r>
                  <a:rPr lang="en-US" sz="1000" dirty="0">
                    <a:solidFill>
                      <a:schemeClr val="bg1"/>
                    </a:solidFill>
                    <a:latin typeface="Aptos Light" panose="020B0004020202020204" pitchFamily="34" charset="0"/>
                  </a:rPr>
                  <a:t>Barcelona, ES</a:t>
                </a:r>
              </a:p>
              <a:p>
                <a:pPr>
                  <a:lnSpc>
                    <a:spcPct val="110000"/>
                  </a:lnSpc>
                  <a:buSzPct val="100000"/>
                </a:pPr>
                <a:r>
                  <a:rPr lang="en-US" sz="1000" b="0" dirty="0">
                    <a:solidFill>
                      <a:schemeClr val="bg1"/>
                    </a:solidFill>
                    <a:latin typeface="Aptos Light" panose="020B0004020202020204" pitchFamily="34" charset="0"/>
                  </a:rPr>
                  <a:t>Bilbao, ES</a:t>
                </a:r>
              </a:p>
              <a:p>
                <a:pPr>
                  <a:lnSpc>
                    <a:spcPct val="110000"/>
                  </a:lnSpc>
                  <a:buSzPct val="100000"/>
                </a:pPr>
                <a:r>
                  <a:rPr lang="en-US" sz="1000" dirty="0">
                    <a:solidFill>
                      <a:schemeClr val="bg1"/>
                    </a:solidFill>
                    <a:latin typeface="Aptos Light" panose="020B0004020202020204" pitchFamily="34" charset="0"/>
                  </a:rPr>
                  <a:t>Salamanca, ES</a:t>
                </a:r>
              </a:p>
              <a:p>
                <a:pPr>
                  <a:lnSpc>
                    <a:spcPct val="110000"/>
                  </a:lnSpc>
                  <a:buSzPct val="100000"/>
                </a:pPr>
                <a:r>
                  <a:rPr lang="en-US" sz="1000" dirty="0">
                    <a:solidFill>
                      <a:schemeClr val="bg1"/>
                    </a:solidFill>
                    <a:latin typeface="Aptos Light" panose="020B0004020202020204" pitchFamily="34" charset="0"/>
                  </a:rPr>
                  <a:t>Valencia, ES</a:t>
                </a:r>
              </a:p>
              <a:p>
                <a:pPr>
                  <a:lnSpc>
                    <a:spcPct val="110000"/>
                  </a:lnSpc>
                  <a:buSzPct val="100000"/>
                </a:pPr>
                <a:r>
                  <a:rPr lang="en-US" sz="1000" dirty="0">
                    <a:solidFill>
                      <a:schemeClr val="bg1"/>
                    </a:solidFill>
                    <a:latin typeface="Aptos Light" panose="020B0004020202020204" pitchFamily="34" charset="0"/>
                  </a:rPr>
                  <a:t>Zaragoza, ES</a:t>
                </a:r>
              </a:p>
              <a:p>
                <a:pPr>
                  <a:lnSpc>
                    <a:spcPct val="110000"/>
                  </a:lnSpc>
                  <a:buSzPct val="100000"/>
                </a:pPr>
                <a:r>
                  <a:rPr lang="en-US" sz="1000" dirty="0">
                    <a:solidFill>
                      <a:schemeClr val="bg1"/>
                    </a:solidFill>
                    <a:latin typeface="Aptos Light" panose="020B0004020202020204" pitchFamily="34" charset="0"/>
                  </a:rPr>
                  <a:t>Copenhagen, DK</a:t>
                </a:r>
              </a:p>
              <a:p>
                <a:pPr>
                  <a:lnSpc>
                    <a:spcPct val="110000"/>
                  </a:lnSpc>
                  <a:buSzPct val="100000"/>
                </a:pPr>
                <a:r>
                  <a:rPr lang="en-US" sz="1000" dirty="0">
                    <a:solidFill>
                      <a:schemeClr val="bg1"/>
                    </a:solidFill>
                    <a:latin typeface="Aptos Light" panose="020B0004020202020204" pitchFamily="34" charset="0"/>
                  </a:rPr>
                  <a:t>Zurich, CH</a:t>
                </a:r>
              </a:p>
              <a:p>
                <a:pPr>
                  <a:lnSpc>
                    <a:spcPct val="110000"/>
                  </a:lnSpc>
                  <a:buSzPct val="100000"/>
                </a:pPr>
                <a:r>
                  <a:rPr lang="en-US" sz="1000" dirty="0">
                    <a:solidFill>
                      <a:schemeClr val="bg1"/>
                    </a:solidFill>
                    <a:latin typeface="Aptos Light" panose="020B0004020202020204" pitchFamily="34" charset="0"/>
                  </a:rPr>
                  <a:t>Kyiv, UA</a:t>
                </a:r>
              </a:p>
              <a:p>
                <a:pPr>
                  <a:lnSpc>
                    <a:spcPct val="110000"/>
                  </a:lnSpc>
                  <a:buSzPct val="100000"/>
                </a:pPr>
                <a:r>
                  <a:rPr lang="en-US" sz="1000" dirty="0">
                    <a:solidFill>
                      <a:schemeClr val="bg1"/>
                    </a:solidFill>
                    <a:latin typeface="Aptos Light" panose="020B0004020202020204" pitchFamily="34" charset="0"/>
                  </a:rPr>
                  <a:t>Prague, CZ</a:t>
                </a:r>
              </a:p>
              <a:p>
                <a:pPr>
                  <a:lnSpc>
                    <a:spcPct val="110000"/>
                  </a:lnSpc>
                  <a:buSzPct val="100000"/>
                </a:pPr>
                <a:r>
                  <a:rPr lang="en-US" sz="1000" dirty="0">
                    <a:solidFill>
                      <a:schemeClr val="bg1"/>
                    </a:solidFill>
                    <a:latin typeface="Aptos Light" panose="020B0004020202020204" pitchFamily="34" charset="0"/>
                  </a:rPr>
                  <a:t>Cape Town, ZA</a:t>
                </a:r>
              </a:p>
            </p:txBody>
          </p:sp>
          <p:sp>
            <p:nvSpPr>
              <p:cNvPr id="15" name="World">
                <a:extLst>
                  <a:ext uri="{FF2B5EF4-FFF2-40B4-BE49-F238E27FC236}">
                    <a16:creationId xmlns:a16="http://schemas.microsoft.com/office/drawing/2014/main" id="{3FE8F938-34F8-0B7F-FFFD-32CF1F5A0C17}"/>
                  </a:ext>
                </a:extLst>
              </p:cNvPr>
              <p:cNvSpPr>
                <a:spLocks noChangeAspect="1" noEditPoints="1"/>
              </p:cNvSpPr>
              <p:nvPr/>
            </p:nvSpPr>
            <p:spPr bwMode="auto">
              <a:xfrm>
                <a:off x="3054484" y="1020802"/>
                <a:ext cx="8644084" cy="4481044"/>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6" name="Square">
                <a:extLst>
                  <a:ext uri="{FF2B5EF4-FFF2-40B4-BE49-F238E27FC236}">
                    <a16:creationId xmlns:a16="http://schemas.microsoft.com/office/drawing/2014/main" id="{67A26279-B929-9BC2-044B-77426A7DAD19}"/>
                  </a:ext>
                </a:extLst>
              </p:cNvPr>
              <p:cNvSpPr>
                <a:spLocks noChangeAspect="1"/>
              </p:cNvSpPr>
              <p:nvPr/>
            </p:nvSpPr>
            <p:spPr bwMode="auto">
              <a:xfrm>
                <a:off x="4051148" y="2799766"/>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7" name="Square">
                <a:extLst>
                  <a:ext uri="{FF2B5EF4-FFF2-40B4-BE49-F238E27FC236}">
                    <a16:creationId xmlns:a16="http://schemas.microsoft.com/office/drawing/2014/main" id="{9328C6FB-19D0-BE02-EE66-EFA7D8FB2876}"/>
                  </a:ext>
                </a:extLst>
              </p:cNvPr>
              <p:cNvSpPr>
                <a:spLocks noChangeAspect="1"/>
              </p:cNvSpPr>
              <p:nvPr/>
            </p:nvSpPr>
            <p:spPr bwMode="auto">
              <a:xfrm>
                <a:off x="4931739" y="240462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8" name="Square">
                <a:extLst>
                  <a:ext uri="{FF2B5EF4-FFF2-40B4-BE49-F238E27FC236}">
                    <a16:creationId xmlns:a16="http://schemas.microsoft.com/office/drawing/2014/main" id="{1E11430B-A31C-AEF2-8547-A04398C8755F}"/>
                  </a:ext>
                </a:extLst>
              </p:cNvPr>
              <p:cNvSpPr>
                <a:spLocks noChangeAspect="1"/>
              </p:cNvSpPr>
              <p:nvPr/>
            </p:nvSpPr>
            <p:spPr bwMode="auto">
              <a:xfrm>
                <a:off x="515170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9" name="Square">
                <a:extLst>
                  <a:ext uri="{FF2B5EF4-FFF2-40B4-BE49-F238E27FC236}">
                    <a16:creationId xmlns:a16="http://schemas.microsoft.com/office/drawing/2014/main" id="{DD0EDE27-D86A-8C68-7C37-B6D9C77427CF}"/>
                  </a:ext>
                </a:extLst>
              </p:cNvPr>
              <p:cNvSpPr>
                <a:spLocks noChangeAspect="1"/>
              </p:cNvSpPr>
              <p:nvPr/>
            </p:nvSpPr>
            <p:spPr bwMode="auto">
              <a:xfrm>
                <a:off x="483952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0" name="Square">
                <a:extLst>
                  <a:ext uri="{FF2B5EF4-FFF2-40B4-BE49-F238E27FC236}">
                    <a16:creationId xmlns:a16="http://schemas.microsoft.com/office/drawing/2014/main" id="{138267B0-4825-D4EB-542E-EDF2AAB4550A}"/>
                  </a:ext>
                </a:extLst>
              </p:cNvPr>
              <p:cNvSpPr>
                <a:spLocks noChangeAspect="1"/>
              </p:cNvSpPr>
              <p:nvPr/>
            </p:nvSpPr>
            <p:spPr bwMode="auto">
              <a:xfrm>
                <a:off x="5117220" y="25575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1" name="Square">
                <a:extLst>
                  <a:ext uri="{FF2B5EF4-FFF2-40B4-BE49-F238E27FC236}">
                    <a16:creationId xmlns:a16="http://schemas.microsoft.com/office/drawing/2014/main" id="{7FA37A15-237C-2F73-300C-00224B4AFA68}"/>
                  </a:ext>
                </a:extLst>
              </p:cNvPr>
              <p:cNvSpPr>
                <a:spLocks noChangeAspect="1"/>
              </p:cNvSpPr>
              <p:nvPr/>
            </p:nvSpPr>
            <p:spPr bwMode="auto">
              <a:xfrm>
                <a:off x="4990497" y="28991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2" name="Square">
                <a:extLst>
                  <a:ext uri="{FF2B5EF4-FFF2-40B4-BE49-F238E27FC236}">
                    <a16:creationId xmlns:a16="http://schemas.microsoft.com/office/drawing/2014/main" id="{ED96E231-F9AB-7A2A-1A0A-960D5749C051}"/>
                  </a:ext>
                </a:extLst>
              </p:cNvPr>
              <p:cNvSpPr>
                <a:spLocks noChangeAspect="1"/>
              </p:cNvSpPr>
              <p:nvPr/>
            </p:nvSpPr>
            <p:spPr bwMode="auto">
              <a:xfrm>
                <a:off x="4760996" y="294269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3" name="Square">
                <a:extLst>
                  <a:ext uri="{FF2B5EF4-FFF2-40B4-BE49-F238E27FC236}">
                    <a16:creationId xmlns:a16="http://schemas.microsoft.com/office/drawing/2014/main" id="{AC65D65A-2C4A-B143-0527-82C40E777B6A}"/>
                  </a:ext>
                </a:extLst>
              </p:cNvPr>
              <p:cNvSpPr>
                <a:spLocks noChangeAspect="1"/>
              </p:cNvSpPr>
              <p:nvPr/>
            </p:nvSpPr>
            <p:spPr bwMode="auto">
              <a:xfrm>
                <a:off x="4586118" y="243190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4" name="Square">
                <a:extLst>
                  <a:ext uri="{FF2B5EF4-FFF2-40B4-BE49-F238E27FC236}">
                    <a16:creationId xmlns:a16="http://schemas.microsoft.com/office/drawing/2014/main" id="{D7A69F09-86AF-790E-96D2-DA105B6F9535}"/>
                  </a:ext>
                </a:extLst>
              </p:cNvPr>
              <p:cNvSpPr>
                <a:spLocks noChangeAspect="1"/>
              </p:cNvSpPr>
              <p:nvPr/>
            </p:nvSpPr>
            <p:spPr bwMode="auto">
              <a:xfrm>
                <a:off x="5297034" y="2298468"/>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5" name="Square">
                <a:extLst>
                  <a:ext uri="{FF2B5EF4-FFF2-40B4-BE49-F238E27FC236}">
                    <a16:creationId xmlns:a16="http://schemas.microsoft.com/office/drawing/2014/main" id="{87DB51B2-A8B1-E158-8929-9DA4177D738A}"/>
                  </a:ext>
                </a:extLst>
              </p:cNvPr>
              <p:cNvSpPr>
                <a:spLocks noChangeAspect="1"/>
              </p:cNvSpPr>
              <p:nvPr/>
            </p:nvSpPr>
            <p:spPr bwMode="auto">
              <a:xfrm>
                <a:off x="4799123" y="340378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6" name="Square">
                <a:extLst>
                  <a:ext uri="{FF2B5EF4-FFF2-40B4-BE49-F238E27FC236}">
                    <a16:creationId xmlns:a16="http://schemas.microsoft.com/office/drawing/2014/main" id="{43B835E9-9846-82C7-6AD4-675E69910F0C}"/>
                  </a:ext>
                </a:extLst>
              </p:cNvPr>
              <p:cNvSpPr>
                <a:spLocks noChangeAspect="1"/>
              </p:cNvSpPr>
              <p:nvPr/>
            </p:nvSpPr>
            <p:spPr bwMode="auto">
              <a:xfrm>
                <a:off x="4645418" y="332607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7" name="Square">
                <a:extLst>
                  <a:ext uri="{FF2B5EF4-FFF2-40B4-BE49-F238E27FC236}">
                    <a16:creationId xmlns:a16="http://schemas.microsoft.com/office/drawing/2014/main" id="{8B4D612C-B096-0420-FF96-59DCBDFE816C}"/>
                  </a:ext>
                </a:extLst>
              </p:cNvPr>
              <p:cNvSpPr>
                <a:spLocks noChangeAspect="1"/>
              </p:cNvSpPr>
              <p:nvPr/>
            </p:nvSpPr>
            <p:spPr bwMode="auto">
              <a:xfrm>
                <a:off x="4936641" y="34886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8" name="Square">
                <a:extLst>
                  <a:ext uri="{FF2B5EF4-FFF2-40B4-BE49-F238E27FC236}">
                    <a16:creationId xmlns:a16="http://schemas.microsoft.com/office/drawing/2014/main" id="{D63A0856-32E0-0F35-27C2-70955F7DC0D3}"/>
                  </a:ext>
                </a:extLst>
              </p:cNvPr>
              <p:cNvSpPr>
                <a:spLocks noChangeAspect="1"/>
              </p:cNvSpPr>
              <p:nvPr/>
            </p:nvSpPr>
            <p:spPr bwMode="auto">
              <a:xfrm>
                <a:off x="5319945" y="46419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9" name="Square">
                <a:extLst>
                  <a:ext uri="{FF2B5EF4-FFF2-40B4-BE49-F238E27FC236}">
                    <a16:creationId xmlns:a16="http://schemas.microsoft.com/office/drawing/2014/main" id="{95D1C2E3-FEA2-8231-77C2-C8D03658E11D}"/>
                  </a:ext>
                </a:extLst>
              </p:cNvPr>
              <p:cNvSpPr>
                <a:spLocks noChangeAspect="1"/>
              </p:cNvSpPr>
              <p:nvPr/>
            </p:nvSpPr>
            <p:spPr bwMode="auto">
              <a:xfrm>
                <a:off x="5220779" y="407906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0" name="Square">
                <a:extLst>
                  <a:ext uri="{FF2B5EF4-FFF2-40B4-BE49-F238E27FC236}">
                    <a16:creationId xmlns:a16="http://schemas.microsoft.com/office/drawing/2014/main" id="{30FBE2CB-BAEF-6F48-F9C3-C80000EA205B}"/>
                  </a:ext>
                </a:extLst>
              </p:cNvPr>
              <p:cNvSpPr>
                <a:spLocks noChangeAspect="1"/>
              </p:cNvSpPr>
              <p:nvPr/>
            </p:nvSpPr>
            <p:spPr bwMode="auto">
              <a:xfrm>
                <a:off x="5872653" y="458348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1" name="Square">
                <a:extLst>
                  <a:ext uri="{FF2B5EF4-FFF2-40B4-BE49-F238E27FC236}">
                    <a16:creationId xmlns:a16="http://schemas.microsoft.com/office/drawing/2014/main" id="{0D5ABB8D-E420-7FF6-CDE9-208381692C6D}"/>
                  </a:ext>
                </a:extLst>
              </p:cNvPr>
              <p:cNvSpPr>
                <a:spLocks noChangeAspect="1"/>
              </p:cNvSpPr>
              <p:nvPr/>
            </p:nvSpPr>
            <p:spPr bwMode="auto">
              <a:xfrm>
                <a:off x="6966396" y="232903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2" name="Square">
                <a:extLst>
                  <a:ext uri="{FF2B5EF4-FFF2-40B4-BE49-F238E27FC236}">
                    <a16:creationId xmlns:a16="http://schemas.microsoft.com/office/drawing/2014/main" id="{592B8B7E-6D0F-08C4-A5DA-BF09236EA0E7}"/>
                  </a:ext>
                </a:extLst>
              </p:cNvPr>
              <p:cNvSpPr>
                <a:spLocks noChangeAspect="1"/>
              </p:cNvSpPr>
              <p:nvPr/>
            </p:nvSpPr>
            <p:spPr bwMode="auto">
              <a:xfrm>
                <a:off x="8861447" y="3594187"/>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3" name="Square">
                <a:extLst>
                  <a:ext uri="{FF2B5EF4-FFF2-40B4-BE49-F238E27FC236}">
                    <a16:creationId xmlns:a16="http://schemas.microsoft.com/office/drawing/2014/main" id="{8910958B-1F4E-446A-51AE-EB40B6B62336}"/>
                  </a:ext>
                </a:extLst>
              </p:cNvPr>
              <p:cNvSpPr>
                <a:spLocks noChangeAspect="1"/>
              </p:cNvSpPr>
              <p:nvPr/>
            </p:nvSpPr>
            <p:spPr bwMode="auto">
              <a:xfrm>
                <a:off x="9490780" y="3619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4" name="Square">
                <a:extLst>
                  <a:ext uri="{FF2B5EF4-FFF2-40B4-BE49-F238E27FC236}">
                    <a16:creationId xmlns:a16="http://schemas.microsoft.com/office/drawing/2014/main" id="{C7E05D64-4D2C-21C9-16B8-007A74C49F31}"/>
                  </a:ext>
                </a:extLst>
              </p:cNvPr>
              <p:cNvSpPr>
                <a:spLocks noChangeAspect="1"/>
              </p:cNvSpPr>
              <p:nvPr/>
            </p:nvSpPr>
            <p:spPr bwMode="auto">
              <a:xfrm>
                <a:off x="6947333" y="222080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5" name="Square">
                <a:extLst>
                  <a:ext uri="{FF2B5EF4-FFF2-40B4-BE49-F238E27FC236}">
                    <a16:creationId xmlns:a16="http://schemas.microsoft.com/office/drawing/2014/main" id="{C70C53DA-A0E4-9D6C-7E08-061CC8DF28B9}"/>
                  </a:ext>
                </a:extLst>
              </p:cNvPr>
              <p:cNvSpPr>
                <a:spLocks noChangeAspect="1"/>
              </p:cNvSpPr>
              <p:nvPr/>
            </p:nvSpPr>
            <p:spPr bwMode="auto">
              <a:xfrm>
                <a:off x="10072856" y="355767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6" name="Square">
                <a:extLst>
                  <a:ext uri="{FF2B5EF4-FFF2-40B4-BE49-F238E27FC236}">
                    <a16:creationId xmlns:a16="http://schemas.microsoft.com/office/drawing/2014/main" id="{A70E6316-2F59-6FF9-FFBE-6448FFED2C81}"/>
                  </a:ext>
                </a:extLst>
              </p:cNvPr>
              <p:cNvSpPr>
                <a:spLocks noChangeAspect="1"/>
              </p:cNvSpPr>
              <p:nvPr/>
            </p:nvSpPr>
            <p:spPr bwMode="auto">
              <a:xfrm>
                <a:off x="10761695" y="462157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7" name="Square">
                <a:extLst>
                  <a:ext uri="{FF2B5EF4-FFF2-40B4-BE49-F238E27FC236}">
                    <a16:creationId xmlns:a16="http://schemas.microsoft.com/office/drawing/2014/main" id="{E5ABBFA6-2329-0C11-9205-CF9882EB4A20}"/>
                  </a:ext>
                </a:extLst>
              </p:cNvPr>
              <p:cNvSpPr>
                <a:spLocks noChangeAspect="1"/>
              </p:cNvSpPr>
              <p:nvPr/>
            </p:nvSpPr>
            <p:spPr bwMode="auto">
              <a:xfrm>
                <a:off x="10761695" y="44669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8" name="Square">
                <a:extLst>
                  <a:ext uri="{FF2B5EF4-FFF2-40B4-BE49-F238E27FC236}">
                    <a16:creationId xmlns:a16="http://schemas.microsoft.com/office/drawing/2014/main" id="{57253D0C-020D-CD34-839C-AF10340A12BA}"/>
                  </a:ext>
                </a:extLst>
              </p:cNvPr>
              <p:cNvSpPr>
                <a:spLocks noChangeAspect="1"/>
              </p:cNvSpPr>
              <p:nvPr/>
            </p:nvSpPr>
            <p:spPr bwMode="auto">
              <a:xfrm>
                <a:off x="9565034" y="373273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9" name="Square">
                <a:extLst>
                  <a:ext uri="{FF2B5EF4-FFF2-40B4-BE49-F238E27FC236}">
                    <a16:creationId xmlns:a16="http://schemas.microsoft.com/office/drawing/2014/main" id="{2B8AD9ED-0D48-EB41-CE76-2123EEB02C49}"/>
                  </a:ext>
                </a:extLst>
              </p:cNvPr>
              <p:cNvSpPr>
                <a:spLocks noChangeAspect="1"/>
              </p:cNvSpPr>
              <p:nvPr/>
            </p:nvSpPr>
            <p:spPr bwMode="auto">
              <a:xfrm>
                <a:off x="9946198" y="310791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0" name="Square">
                <a:extLst>
                  <a:ext uri="{FF2B5EF4-FFF2-40B4-BE49-F238E27FC236}">
                    <a16:creationId xmlns:a16="http://schemas.microsoft.com/office/drawing/2014/main" id="{80970C8F-AF98-5E82-9DC5-D3887559C43C}"/>
                  </a:ext>
                </a:extLst>
              </p:cNvPr>
              <p:cNvSpPr>
                <a:spLocks noChangeAspect="1"/>
              </p:cNvSpPr>
              <p:nvPr/>
            </p:nvSpPr>
            <p:spPr bwMode="auto">
              <a:xfrm>
                <a:off x="9783772" y="327162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1" name="Square">
                <a:extLst>
                  <a:ext uri="{FF2B5EF4-FFF2-40B4-BE49-F238E27FC236}">
                    <a16:creationId xmlns:a16="http://schemas.microsoft.com/office/drawing/2014/main" id="{DAA58229-4FCC-B2FF-00C3-FE7C34CDD77A}"/>
                  </a:ext>
                </a:extLst>
              </p:cNvPr>
              <p:cNvSpPr>
                <a:spLocks noChangeAspect="1"/>
              </p:cNvSpPr>
              <p:nvPr/>
            </p:nvSpPr>
            <p:spPr bwMode="auto">
              <a:xfrm>
                <a:off x="7168798" y="23978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2" name="Square">
                <a:extLst>
                  <a:ext uri="{FF2B5EF4-FFF2-40B4-BE49-F238E27FC236}">
                    <a16:creationId xmlns:a16="http://schemas.microsoft.com/office/drawing/2014/main" id="{E6708028-F2B1-C4EE-B159-3C4E65433B14}"/>
                  </a:ext>
                </a:extLst>
              </p:cNvPr>
              <p:cNvSpPr>
                <a:spLocks noChangeAspect="1"/>
              </p:cNvSpPr>
              <p:nvPr/>
            </p:nvSpPr>
            <p:spPr bwMode="auto">
              <a:xfrm>
                <a:off x="6854597" y="275201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3" name="Square">
                <a:extLst>
                  <a:ext uri="{FF2B5EF4-FFF2-40B4-BE49-F238E27FC236}">
                    <a16:creationId xmlns:a16="http://schemas.microsoft.com/office/drawing/2014/main" id="{8325C179-21ED-B3AA-8F1B-AA8C3C7124F2}"/>
                  </a:ext>
                </a:extLst>
              </p:cNvPr>
              <p:cNvSpPr>
                <a:spLocks noChangeAspect="1"/>
              </p:cNvSpPr>
              <p:nvPr/>
            </p:nvSpPr>
            <p:spPr bwMode="auto">
              <a:xfrm>
                <a:off x="7114847" y="250248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4" name="Square">
                <a:extLst>
                  <a:ext uri="{FF2B5EF4-FFF2-40B4-BE49-F238E27FC236}">
                    <a16:creationId xmlns:a16="http://schemas.microsoft.com/office/drawing/2014/main" id="{11EC5895-F354-F3AA-47E1-6770E6662A58}"/>
                  </a:ext>
                </a:extLst>
              </p:cNvPr>
              <p:cNvSpPr>
                <a:spLocks noChangeAspect="1"/>
              </p:cNvSpPr>
              <p:nvPr/>
            </p:nvSpPr>
            <p:spPr bwMode="auto">
              <a:xfrm>
                <a:off x="7425211" y="226799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5" name="Square">
                <a:extLst>
                  <a:ext uri="{FF2B5EF4-FFF2-40B4-BE49-F238E27FC236}">
                    <a16:creationId xmlns:a16="http://schemas.microsoft.com/office/drawing/2014/main" id="{D5FE631E-5625-D21A-41EA-6399EF3BBE9A}"/>
                  </a:ext>
                </a:extLst>
              </p:cNvPr>
              <p:cNvSpPr>
                <a:spLocks noChangeAspect="1"/>
              </p:cNvSpPr>
              <p:nvPr/>
            </p:nvSpPr>
            <p:spPr bwMode="auto">
              <a:xfrm>
                <a:off x="8116379" y="262820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6" name="Square">
                <a:extLst>
                  <a:ext uri="{FF2B5EF4-FFF2-40B4-BE49-F238E27FC236}">
                    <a16:creationId xmlns:a16="http://schemas.microsoft.com/office/drawing/2014/main" id="{D991AC59-3DEB-3393-7252-D866B3F7BF9C}"/>
                  </a:ext>
                </a:extLst>
              </p:cNvPr>
              <p:cNvSpPr>
                <a:spLocks noChangeAspect="1"/>
              </p:cNvSpPr>
              <p:nvPr/>
            </p:nvSpPr>
            <p:spPr bwMode="auto">
              <a:xfrm>
                <a:off x="8024873" y="27178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7" name="Square">
                <a:extLst>
                  <a:ext uri="{FF2B5EF4-FFF2-40B4-BE49-F238E27FC236}">
                    <a16:creationId xmlns:a16="http://schemas.microsoft.com/office/drawing/2014/main" id="{6138F91D-8B75-CAEA-1588-8C090238EF52}"/>
                  </a:ext>
                </a:extLst>
              </p:cNvPr>
              <p:cNvSpPr>
                <a:spLocks noChangeAspect="1"/>
              </p:cNvSpPr>
              <p:nvPr/>
            </p:nvSpPr>
            <p:spPr bwMode="auto">
              <a:xfrm>
                <a:off x="8833524" y="34928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8" name="Square">
                <a:extLst>
                  <a:ext uri="{FF2B5EF4-FFF2-40B4-BE49-F238E27FC236}">
                    <a16:creationId xmlns:a16="http://schemas.microsoft.com/office/drawing/2014/main" id="{5E046FFC-23AA-7465-968E-D43F4BCF9263}"/>
                  </a:ext>
                </a:extLst>
              </p:cNvPr>
              <p:cNvSpPr>
                <a:spLocks noChangeAspect="1"/>
              </p:cNvSpPr>
              <p:nvPr/>
            </p:nvSpPr>
            <p:spPr bwMode="auto">
              <a:xfrm>
                <a:off x="8931926" y="33507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9" name="Square">
                <a:extLst>
                  <a:ext uri="{FF2B5EF4-FFF2-40B4-BE49-F238E27FC236}">
                    <a16:creationId xmlns:a16="http://schemas.microsoft.com/office/drawing/2014/main" id="{8B89AAF0-3ABD-7B46-1F98-82429C1F1298}"/>
                  </a:ext>
                </a:extLst>
              </p:cNvPr>
              <p:cNvSpPr>
                <a:spLocks noChangeAspect="1"/>
              </p:cNvSpPr>
              <p:nvPr/>
            </p:nvSpPr>
            <p:spPr bwMode="auto">
              <a:xfrm>
                <a:off x="8785192" y="312195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50" name="Square">
                <a:extLst>
                  <a:ext uri="{FF2B5EF4-FFF2-40B4-BE49-F238E27FC236}">
                    <a16:creationId xmlns:a16="http://schemas.microsoft.com/office/drawing/2014/main" id="{41D95BC9-88D3-2E5C-A1D3-B48F6B8E5348}"/>
                  </a:ext>
                </a:extLst>
              </p:cNvPr>
              <p:cNvSpPr>
                <a:spLocks noChangeAspect="1"/>
              </p:cNvSpPr>
              <p:nvPr/>
            </p:nvSpPr>
            <p:spPr bwMode="auto">
              <a:xfrm>
                <a:off x="6801823" y="229846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51" name="Square">
                <a:extLst>
                  <a:ext uri="{FF2B5EF4-FFF2-40B4-BE49-F238E27FC236}">
                    <a16:creationId xmlns:a16="http://schemas.microsoft.com/office/drawing/2014/main" id="{A57B613D-3B82-D39F-7596-6F608373C4B8}"/>
                  </a:ext>
                </a:extLst>
              </p:cNvPr>
              <p:cNvSpPr>
                <a:spLocks noChangeAspect="1"/>
              </p:cNvSpPr>
              <p:nvPr/>
            </p:nvSpPr>
            <p:spPr bwMode="auto">
              <a:xfrm>
                <a:off x="7904611" y="308387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55" name="Square">
                <a:extLst>
                  <a:ext uri="{FF2B5EF4-FFF2-40B4-BE49-F238E27FC236}">
                    <a16:creationId xmlns:a16="http://schemas.microsoft.com/office/drawing/2014/main" id="{1C20DC24-85B3-52ED-7AF5-18D6E01583B6}"/>
                  </a:ext>
                </a:extLst>
              </p:cNvPr>
              <p:cNvSpPr>
                <a:spLocks noChangeAspect="1"/>
              </p:cNvSpPr>
              <p:nvPr userDrawn="1"/>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107" name="Square">
                <a:extLst>
                  <a:ext uri="{FF2B5EF4-FFF2-40B4-BE49-F238E27FC236}">
                    <a16:creationId xmlns:a16="http://schemas.microsoft.com/office/drawing/2014/main" id="{532D35E2-1AA8-80A0-8859-6867072A0444}"/>
                  </a:ext>
                </a:extLst>
              </p:cNvPr>
              <p:cNvSpPr>
                <a:spLocks noChangeAspect="1"/>
              </p:cNvSpPr>
              <p:nvPr userDrawn="1"/>
            </p:nvSpPr>
            <p:spPr bwMode="auto">
              <a:xfrm>
                <a:off x="10479645" y="273915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08" name="Square">
                <a:extLst>
                  <a:ext uri="{FF2B5EF4-FFF2-40B4-BE49-F238E27FC236}">
                    <a16:creationId xmlns:a16="http://schemas.microsoft.com/office/drawing/2014/main" id="{AFE47EE5-1AC9-8325-9747-392743208D45}"/>
                  </a:ext>
                </a:extLst>
              </p:cNvPr>
              <p:cNvSpPr>
                <a:spLocks noChangeAspect="1"/>
              </p:cNvSpPr>
              <p:nvPr/>
            </p:nvSpPr>
            <p:spPr bwMode="auto">
              <a:xfrm>
                <a:off x="4019380" y="239856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09" name="Square">
                <a:extLst>
                  <a:ext uri="{FF2B5EF4-FFF2-40B4-BE49-F238E27FC236}">
                    <a16:creationId xmlns:a16="http://schemas.microsoft.com/office/drawing/2014/main" id="{6DB1E986-7A32-5585-27B1-6DB1519CFB35}"/>
                  </a:ext>
                </a:extLst>
              </p:cNvPr>
              <p:cNvSpPr>
                <a:spLocks noChangeAspect="1"/>
              </p:cNvSpPr>
              <p:nvPr/>
            </p:nvSpPr>
            <p:spPr bwMode="auto">
              <a:xfrm>
                <a:off x="5150929" y="376474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10" name="Square">
                <a:extLst>
                  <a:ext uri="{FF2B5EF4-FFF2-40B4-BE49-F238E27FC236}">
                    <a16:creationId xmlns:a16="http://schemas.microsoft.com/office/drawing/2014/main" id="{3BCED1DC-6AEB-C7E3-BF71-4FC9B83F4C50}"/>
                  </a:ext>
                </a:extLst>
              </p:cNvPr>
              <p:cNvSpPr>
                <a:spLocks noChangeAspect="1"/>
              </p:cNvSpPr>
              <p:nvPr/>
            </p:nvSpPr>
            <p:spPr bwMode="auto">
              <a:xfrm>
                <a:off x="9616458" y="350719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grpSp>
        <p:sp>
          <p:nvSpPr>
            <p:cNvPr id="112" name="TextBox 111">
              <a:extLst>
                <a:ext uri="{FF2B5EF4-FFF2-40B4-BE49-F238E27FC236}">
                  <a16:creationId xmlns:a16="http://schemas.microsoft.com/office/drawing/2014/main" id="{27678D2F-DB85-F560-7CD6-25B60E41BAF7}"/>
                </a:ext>
              </a:extLst>
            </p:cNvPr>
            <p:cNvSpPr txBox="1"/>
            <p:nvPr userDrawn="1"/>
          </p:nvSpPr>
          <p:spPr>
            <a:xfrm>
              <a:off x="10845129" y="2428150"/>
              <a:ext cx="1022540" cy="2193806"/>
            </a:xfrm>
            <a:prstGeom prst="rect">
              <a:avLst/>
            </a:prstGeom>
            <a:noFill/>
          </p:spPr>
          <p:txBody>
            <a:bodyPr wrap="squar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APAC</a:t>
              </a:r>
            </a:p>
            <a:p>
              <a:pPr>
                <a:lnSpc>
                  <a:spcPct val="110000"/>
                </a:lnSpc>
                <a:buSzPct val="100000"/>
              </a:pPr>
              <a:r>
                <a:rPr lang="en-US" sz="1000" dirty="0">
                  <a:solidFill>
                    <a:schemeClr val="accent3"/>
                  </a:solidFill>
                  <a:latin typeface="Aptos Light" panose="020B0004020202020204" pitchFamily="34" charset="0"/>
                </a:rPr>
                <a:t>Singapore, SG</a:t>
              </a:r>
            </a:p>
            <a:p>
              <a:pPr>
                <a:lnSpc>
                  <a:spcPct val="110000"/>
                </a:lnSpc>
                <a:buSzPct val="100000"/>
              </a:pPr>
              <a:r>
                <a:rPr lang="en-US" sz="1000" dirty="0">
                  <a:solidFill>
                    <a:schemeClr val="bg1"/>
                  </a:solidFill>
                  <a:latin typeface="Aptos Light" panose="020B0004020202020204" pitchFamily="34" charset="0"/>
                </a:rPr>
                <a:t>Manila, PH</a:t>
              </a:r>
            </a:p>
            <a:p>
              <a:pPr>
                <a:lnSpc>
                  <a:spcPct val="110000"/>
                </a:lnSpc>
                <a:buSzPct val="100000"/>
              </a:pPr>
              <a:r>
                <a:rPr lang="en-US" sz="1000" dirty="0">
                  <a:solidFill>
                    <a:schemeClr val="bg1"/>
                  </a:solidFill>
                  <a:latin typeface="Aptos Light" panose="020B0004020202020204" pitchFamily="34" charset="0"/>
                </a:rPr>
                <a:t>Sydney, AU</a:t>
              </a:r>
            </a:p>
            <a:p>
              <a:pPr>
                <a:lnSpc>
                  <a:spcPct val="110000"/>
                </a:lnSpc>
                <a:buSzPct val="100000"/>
              </a:pPr>
              <a:r>
                <a:rPr lang="en-US" sz="1000" dirty="0">
                  <a:solidFill>
                    <a:schemeClr val="bg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dirty="0">
                  <a:solidFill>
                    <a:schemeClr val="bg1"/>
                  </a:solidFill>
                  <a:latin typeface="Aptos Light" panose="020B0004020202020204" pitchFamily="34" charset="0"/>
                </a:rPr>
                <a:t>Brisbane, AU</a:t>
              </a:r>
            </a:p>
            <a:p>
              <a:pPr>
                <a:lnSpc>
                  <a:spcPct val="110000"/>
                </a:lnSpc>
                <a:buSzPct val="100000"/>
              </a:pPr>
              <a:r>
                <a:rPr lang="en-US" sz="1000" dirty="0">
                  <a:solidFill>
                    <a:schemeClr val="bg1"/>
                  </a:solidFill>
                  <a:latin typeface="Aptos Light" panose="020B0004020202020204" pitchFamily="34" charset="0"/>
                </a:rPr>
                <a:t>Penang, MY</a:t>
              </a:r>
            </a:p>
            <a:p>
              <a:pPr>
                <a:lnSpc>
                  <a:spcPct val="110000"/>
                </a:lnSpc>
                <a:buSzPct val="100000"/>
              </a:pPr>
              <a:r>
                <a:rPr lang="en-US" sz="1000" dirty="0">
                  <a:solidFill>
                    <a:schemeClr val="bg1"/>
                  </a:solidFill>
                  <a:latin typeface="Aptos Light" panose="020B0004020202020204" pitchFamily="34" charset="0"/>
                </a:rPr>
                <a:t>Kuala Lumpur, MY</a:t>
              </a:r>
            </a:p>
            <a:p>
              <a:pPr>
                <a:lnSpc>
                  <a:spcPct val="110000"/>
                </a:lnSpc>
                <a:buSzPct val="100000"/>
              </a:pPr>
              <a:r>
                <a:rPr lang="en-US" sz="1000" dirty="0">
                  <a:solidFill>
                    <a:schemeClr val="bg1"/>
                  </a:solidFill>
                  <a:latin typeface="Aptos Light" panose="020B0004020202020204" pitchFamily="34" charset="0"/>
                </a:rPr>
                <a:t>Shanghai, CN</a:t>
              </a:r>
            </a:p>
            <a:p>
              <a:pPr>
                <a:lnSpc>
                  <a:spcPct val="110000"/>
                </a:lnSpc>
                <a:buSzPct val="100000"/>
              </a:pPr>
              <a:r>
                <a:rPr lang="en-US" sz="1000" dirty="0">
                  <a:solidFill>
                    <a:schemeClr val="bg1"/>
                  </a:solidFill>
                  <a:latin typeface="Aptos Light" panose="020B0004020202020204" pitchFamily="34" charset="0"/>
                </a:rPr>
                <a:t>Taipei, TW</a:t>
              </a:r>
            </a:p>
            <a:p>
              <a:pPr>
                <a:lnSpc>
                  <a:spcPct val="110000"/>
                </a:lnSpc>
                <a:buSzPct val="100000"/>
              </a:pPr>
              <a:r>
                <a:rPr lang="en-US" sz="1000" dirty="0">
                  <a:solidFill>
                    <a:schemeClr val="bg1"/>
                  </a:solidFill>
                  <a:latin typeface="Aptos Light" panose="020B0004020202020204" pitchFamily="34" charset="0"/>
                </a:rPr>
                <a:t>Hong Kong, HK</a:t>
              </a:r>
            </a:p>
            <a:p>
              <a:pPr>
                <a:lnSpc>
                  <a:spcPct val="110000"/>
                </a:lnSpc>
                <a:buSzPct val="100000"/>
              </a:pPr>
              <a:r>
                <a:rPr lang="en-US" sz="1000" dirty="0">
                  <a:solidFill>
                    <a:schemeClr val="bg1"/>
                  </a:solidFill>
                  <a:latin typeface="Aptos Light" panose="020B0004020202020204" pitchFamily="34" charset="0"/>
                </a:rPr>
                <a:t>Tokyo, JP</a:t>
              </a:r>
            </a:p>
            <a:p>
              <a:pPr>
                <a:lnSpc>
                  <a:spcPct val="110000"/>
                </a:lnSpc>
                <a:buSzPct val="100000"/>
              </a:pPr>
              <a:r>
                <a:rPr lang="en-US" sz="1000" dirty="0">
                  <a:solidFill>
                    <a:schemeClr val="bg1"/>
                  </a:solidFill>
                  <a:latin typeface="Aptos Light" panose="020B0004020202020204" pitchFamily="34" charset="0"/>
                </a:rPr>
                <a:t>Ho chin min, VN</a:t>
              </a:r>
            </a:p>
          </p:txBody>
        </p:sp>
      </p:grpSp>
    </p:spTree>
    <p:extLst>
      <p:ext uri="{BB962C8B-B14F-4D97-AF65-F5344CB8AC3E}">
        <p14:creationId xmlns:p14="http://schemas.microsoft.com/office/powerpoint/2010/main" val="40201197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oundless Impact">
    <p:bg>
      <p:bgRef idx="1001">
        <a:schemeClr val="bg2"/>
      </p:bgRef>
    </p:bg>
    <p:spTree>
      <p:nvGrpSpPr>
        <p:cNvPr id="1" name=""/>
        <p:cNvGrpSpPr/>
        <p:nvPr/>
      </p:nvGrpSpPr>
      <p:grpSpPr>
        <a:xfrm>
          <a:off x="0" y="0"/>
          <a:ext cx="0" cy="0"/>
          <a:chOff x="0" y="0"/>
          <a:chExt cx="0" cy="0"/>
        </a:xfrm>
      </p:grpSpPr>
      <p:sp>
        <p:nvSpPr>
          <p:cNvPr id="3" name="Rectangle: Rounded Corners 4">
            <a:extLst>
              <a:ext uri="{FF2B5EF4-FFF2-40B4-BE49-F238E27FC236}">
                <a16:creationId xmlns:a16="http://schemas.microsoft.com/office/drawing/2014/main" id="{44A18571-BA59-2444-8AD2-3A332C2E7293}"/>
              </a:ext>
            </a:extLst>
          </p:cNvPr>
          <p:cNvSpPr/>
          <p:nvPr userDrawn="1"/>
        </p:nvSpPr>
        <p:spPr>
          <a:xfrm>
            <a:off x="0" y="1280160"/>
            <a:ext cx="7189470" cy="3488788"/>
          </a:xfrm>
          <a:prstGeom prst="roundRect">
            <a:avLst>
              <a:gd name="adj" fmla="val 0"/>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lIns="548640" tIns="182880" rtlCol="0" anchor="ctr" anchorCtr="0"/>
          <a:lstStyle/>
          <a:p>
            <a:pPr lvl="0">
              <a:defRPr/>
            </a:pPr>
            <a:r>
              <a:rPr lang="en-US" sz="2000" b="1" dirty="0">
                <a:latin typeface="Aptos Light" panose="020B0004020202020204" pitchFamily="34" charset="0"/>
              </a:rPr>
              <a:t>We transform lives through the power of technology. </a:t>
            </a:r>
          </a:p>
          <a:p>
            <a:pPr lvl="0">
              <a:defRPr/>
            </a:pPr>
            <a:endParaRPr lang="en-US" sz="2000" b="1" dirty="0">
              <a:latin typeface="Aptos Light" panose="020B0004020202020204" pitchFamily="34" charset="0"/>
            </a:endParaRPr>
          </a:p>
          <a:p>
            <a:pPr lvl="0">
              <a:defRPr/>
            </a:pPr>
            <a:r>
              <a:rPr lang="en-US" sz="2000" b="1" dirty="0">
                <a:latin typeface="Aptos Light" panose="020B0004020202020204" pitchFamily="34" charset="0"/>
              </a:rPr>
              <a:t>We do it collaboratively, in partnership with our clients and communities. </a:t>
            </a:r>
          </a:p>
          <a:p>
            <a:pPr lvl="0">
              <a:defRPr/>
            </a:pPr>
            <a:endParaRPr lang="en-US" sz="2000" b="1" dirty="0">
              <a:latin typeface="Aptos Light" panose="020B0004020202020204" pitchFamily="34" charset="0"/>
            </a:endParaRPr>
          </a:p>
          <a:p>
            <a:pPr lvl="0">
              <a:defRPr/>
            </a:pPr>
            <a:r>
              <a:rPr lang="en-US" sz="2000" b="1" dirty="0">
                <a:latin typeface="Aptos Light" panose="020B0004020202020204" pitchFamily="34" charset="0"/>
              </a:rPr>
              <a:t>And we do it sustainably, building enduring, boundless impact.</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grpSp>
        <p:nvGrpSpPr>
          <p:cNvPr id="2" name="Group 1">
            <a:extLst>
              <a:ext uri="{FF2B5EF4-FFF2-40B4-BE49-F238E27FC236}">
                <a16:creationId xmlns:a16="http://schemas.microsoft.com/office/drawing/2014/main" id="{7D8D21BF-8F0E-964C-A7AE-A80D8349B265}"/>
              </a:ext>
            </a:extLst>
          </p:cNvPr>
          <p:cNvGrpSpPr/>
          <p:nvPr userDrawn="1"/>
        </p:nvGrpSpPr>
        <p:grpSpPr>
          <a:xfrm>
            <a:off x="234660" y="4004750"/>
            <a:ext cx="6377233" cy="389951"/>
            <a:chOff x="234660" y="3540516"/>
            <a:chExt cx="6377233" cy="389951"/>
          </a:xfrm>
        </p:grpSpPr>
        <p:sp>
          <p:nvSpPr>
            <p:cNvPr id="4" name="Rectangle: Rounded Corners 2">
              <a:extLst>
                <a:ext uri="{FF2B5EF4-FFF2-40B4-BE49-F238E27FC236}">
                  <a16:creationId xmlns:a16="http://schemas.microsoft.com/office/drawing/2014/main" id="{D1F04FD5-573C-3440-9424-B9A4AAA92C48}"/>
                </a:ext>
              </a:extLst>
            </p:cNvPr>
            <p:cNvSpPr/>
            <p:nvPr userDrawn="1"/>
          </p:nvSpPr>
          <p:spPr>
            <a:xfrm>
              <a:off x="234660" y="3540516"/>
              <a:ext cx="1497281"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Customers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5" name="Rectangle: Rounded Corners 8">
              <a:extLst>
                <a:ext uri="{FF2B5EF4-FFF2-40B4-BE49-F238E27FC236}">
                  <a16:creationId xmlns:a16="http://schemas.microsoft.com/office/drawing/2014/main" id="{1F491FC2-AA9D-3843-9CC8-FA217D2FFE73}"/>
                </a:ext>
              </a:extLst>
            </p:cNvPr>
            <p:cNvSpPr/>
            <p:nvPr userDrawn="1"/>
          </p:nvSpPr>
          <p:spPr>
            <a:xfrm>
              <a:off x="1833890" y="3568702"/>
              <a:ext cx="1497280"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Consumers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6" name="Rectangle: Rounded Corners 9">
              <a:extLst>
                <a:ext uri="{FF2B5EF4-FFF2-40B4-BE49-F238E27FC236}">
                  <a16:creationId xmlns:a16="http://schemas.microsoft.com/office/drawing/2014/main" id="{2581A3A2-45A1-8B45-8F61-741CB0247053}"/>
                </a:ext>
              </a:extLst>
            </p:cNvPr>
            <p:cNvSpPr/>
            <p:nvPr userDrawn="1"/>
          </p:nvSpPr>
          <p:spPr>
            <a:xfrm>
              <a:off x="3370635" y="3568701"/>
              <a:ext cx="1497279"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Employees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7" name="Rectangle: Rounded Corners 11">
              <a:extLst>
                <a:ext uri="{FF2B5EF4-FFF2-40B4-BE49-F238E27FC236}">
                  <a16:creationId xmlns:a16="http://schemas.microsoft.com/office/drawing/2014/main" id="{586D6AF1-EF91-AC40-8335-17C5301FC94D}"/>
                </a:ext>
              </a:extLst>
            </p:cNvPr>
            <p:cNvSpPr/>
            <p:nvPr userDrawn="1"/>
          </p:nvSpPr>
          <p:spPr>
            <a:xfrm>
              <a:off x="4907380" y="3568700"/>
              <a:ext cx="1704513"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Communities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cxnSp>
          <p:nvCxnSpPr>
            <p:cNvPr id="8" name="Straight Connector 7">
              <a:extLst>
                <a:ext uri="{FF2B5EF4-FFF2-40B4-BE49-F238E27FC236}">
                  <a16:creationId xmlns:a16="http://schemas.microsoft.com/office/drawing/2014/main" id="{870061C9-1270-C944-A44A-6A8B31081D98}"/>
                </a:ext>
              </a:extLst>
            </p:cNvPr>
            <p:cNvCxnSpPr/>
            <p:nvPr userDrawn="1"/>
          </p:nvCxnSpPr>
          <p:spPr>
            <a:xfrm>
              <a:off x="1598337"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9" name="Straight Connector 8">
              <a:extLst>
                <a:ext uri="{FF2B5EF4-FFF2-40B4-BE49-F238E27FC236}">
                  <a16:creationId xmlns:a16="http://schemas.microsoft.com/office/drawing/2014/main" id="{FC7B019A-09C6-B04D-AF37-291938490C8E}"/>
                </a:ext>
              </a:extLst>
            </p:cNvPr>
            <p:cNvCxnSpPr/>
            <p:nvPr userDrawn="1"/>
          </p:nvCxnSpPr>
          <p:spPr>
            <a:xfrm>
              <a:off x="3145783"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10" name="Straight Connector 9">
              <a:extLst>
                <a:ext uri="{FF2B5EF4-FFF2-40B4-BE49-F238E27FC236}">
                  <a16:creationId xmlns:a16="http://schemas.microsoft.com/office/drawing/2014/main" id="{69B59662-ADDE-9347-97E1-46BE8F654601}"/>
                </a:ext>
              </a:extLst>
            </p:cNvPr>
            <p:cNvCxnSpPr/>
            <p:nvPr userDrawn="1"/>
          </p:nvCxnSpPr>
          <p:spPr>
            <a:xfrm>
              <a:off x="4693229"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grpSp>
      <p:pic>
        <p:nvPicPr>
          <p:cNvPr id="11" name="Picture 10" descr="Qr code&#10;&#10;Description automatically generated">
            <a:extLst>
              <a:ext uri="{FF2B5EF4-FFF2-40B4-BE49-F238E27FC236}">
                <a16:creationId xmlns:a16="http://schemas.microsoft.com/office/drawing/2014/main" id="{9271F48D-275A-3849-ABCD-3640C100CCDD}"/>
              </a:ext>
            </a:extLst>
          </p:cNvPr>
          <p:cNvPicPr>
            <a:picLocks noChangeAspect="1"/>
          </p:cNvPicPr>
          <p:nvPr userDrawn="1"/>
        </p:nvPicPr>
        <p:blipFill>
          <a:blip r:embed="rId2"/>
          <a:stretch>
            <a:fillRect/>
          </a:stretch>
        </p:blipFill>
        <p:spPr>
          <a:xfrm>
            <a:off x="7849772" y="2789896"/>
            <a:ext cx="3113461" cy="3113461"/>
          </a:xfrm>
          <a:prstGeom prst="rect">
            <a:avLst/>
          </a:prstGeom>
        </p:spPr>
      </p:pic>
      <p:sp>
        <p:nvSpPr>
          <p:cNvPr id="12" name="Title 1">
            <a:extLst>
              <a:ext uri="{FF2B5EF4-FFF2-40B4-BE49-F238E27FC236}">
                <a16:creationId xmlns:a16="http://schemas.microsoft.com/office/drawing/2014/main" id="{13062D16-F0D5-7845-B702-64122E8F9AAF}"/>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Together, we build for boundless impact</a:t>
            </a:r>
          </a:p>
        </p:txBody>
      </p:sp>
    </p:spTree>
    <p:extLst>
      <p:ext uri="{BB962C8B-B14F-4D97-AF65-F5344CB8AC3E}">
        <p14:creationId xmlns:p14="http://schemas.microsoft.com/office/powerpoint/2010/main" val="6478889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meline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7620-E0BF-8F22-1ABA-4F56EF9B6DA9}"/>
              </a:ext>
            </a:extLst>
          </p:cNvPr>
          <p:cNvSpPr txBox="1">
            <a:spLocks/>
          </p:cNvSpPr>
          <p:nvPr userDrawn="1"/>
        </p:nvSpPr>
        <p:spPr>
          <a:xfrm>
            <a:off x="365760" y="365760"/>
            <a:ext cx="407044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UST’s evolution</a:t>
            </a:r>
          </a:p>
          <a:p>
            <a:r>
              <a:rPr lang="en-US" sz="2400" b="0" dirty="0">
                <a:latin typeface="Aptos Light" panose="020B0004020202020204" pitchFamily="34" charset="0"/>
              </a:rPr>
              <a:t>Digital from day one</a:t>
            </a:r>
          </a:p>
        </p:txBody>
      </p:sp>
      <p:grpSp>
        <p:nvGrpSpPr>
          <p:cNvPr id="65" name="Group 64">
            <a:extLst>
              <a:ext uri="{FF2B5EF4-FFF2-40B4-BE49-F238E27FC236}">
                <a16:creationId xmlns:a16="http://schemas.microsoft.com/office/drawing/2014/main" id="{595C6F9B-E6A0-9924-FB8C-78AB5886630D}"/>
              </a:ext>
            </a:extLst>
          </p:cNvPr>
          <p:cNvGrpSpPr/>
          <p:nvPr userDrawn="1"/>
        </p:nvGrpSpPr>
        <p:grpSpPr>
          <a:xfrm>
            <a:off x="1" y="0"/>
            <a:ext cx="12191998" cy="6172314"/>
            <a:chOff x="1" y="0"/>
            <a:chExt cx="12191998" cy="6172314"/>
          </a:xfrm>
        </p:grpSpPr>
        <p:sp>
          <p:nvSpPr>
            <p:cNvPr id="84" name="Rectangle 83">
              <a:extLst>
                <a:ext uri="{FF2B5EF4-FFF2-40B4-BE49-F238E27FC236}">
                  <a16:creationId xmlns:a16="http://schemas.microsoft.com/office/drawing/2014/main" id="{1F602F55-DB27-B81E-F926-88CF11F0683D}"/>
                </a:ext>
              </a:extLst>
            </p:cNvPr>
            <p:cNvSpPr/>
            <p:nvPr/>
          </p:nvSpPr>
          <p:spPr>
            <a:xfrm>
              <a:off x="5258260" y="0"/>
              <a:ext cx="6933739" cy="6172314"/>
            </a:xfrm>
            <a:prstGeom prst="rect">
              <a:avLst/>
            </a:prstGeom>
            <a:solidFill>
              <a:srgbClr val="C2BCBE"/>
            </a:solidFill>
            <a:ln>
              <a:noFill/>
            </a:ln>
          </p:spPr>
          <p:style>
            <a:lnRef idx="0">
              <a:schemeClr val="accent1"/>
            </a:lnRef>
            <a:fillRef idx="1">
              <a:schemeClr val="accent1"/>
            </a:fillRef>
            <a:effectRef idx="0">
              <a:srgbClr val="000000"/>
            </a:effectRef>
            <a:fontRef idx="minor">
              <a:schemeClr val="bg1"/>
            </a:fontRef>
          </p:style>
          <p:txBody>
            <a:bodyPr rtlCol="0" anchor="ctr"/>
            <a:lstStyle/>
            <a:p>
              <a:pPr>
                <a:lnSpc>
                  <a:spcPct val="100000"/>
                </a:lnSpc>
              </a:pPr>
              <a:endParaRPr lang="en-US" sz="1800">
                <a:latin typeface="+mn-lt"/>
              </a:endParaRPr>
            </a:p>
          </p:txBody>
        </p:sp>
        <p:sp>
          <p:nvSpPr>
            <p:cNvPr id="86" name="Rectangle 85">
              <a:extLst>
                <a:ext uri="{FF2B5EF4-FFF2-40B4-BE49-F238E27FC236}">
                  <a16:creationId xmlns:a16="http://schemas.microsoft.com/office/drawing/2014/main" id="{9F996189-FC02-89C8-789A-94C4BF2413DF}"/>
                </a:ext>
              </a:extLst>
            </p:cNvPr>
            <p:cNvSpPr/>
            <p:nvPr/>
          </p:nvSpPr>
          <p:spPr>
            <a:xfrm>
              <a:off x="2183622" y="1764129"/>
              <a:ext cx="3077784" cy="4408185"/>
            </a:xfrm>
            <a:prstGeom prst="rect">
              <a:avLst/>
            </a:prstGeom>
            <a:solidFill>
              <a:srgbClr val="D7E0E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mn-lt"/>
              </a:endParaRPr>
            </a:p>
          </p:txBody>
        </p:sp>
        <p:sp>
          <p:nvSpPr>
            <p:cNvPr id="88" name="Rectangle 87">
              <a:extLst>
                <a:ext uri="{FF2B5EF4-FFF2-40B4-BE49-F238E27FC236}">
                  <a16:creationId xmlns:a16="http://schemas.microsoft.com/office/drawing/2014/main" id="{BE74B2C7-A287-D2F0-3329-C8292D8FD2EC}"/>
                </a:ext>
              </a:extLst>
            </p:cNvPr>
            <p:cNvSpPr/>
            <p:nvPr/>
          </p:nvSpPr>
          <p:spPr>
            <a:xfrm>
              <a:off x="1" y="2734540"/>
              <a:ext cx="2187188" cy="3437774"/>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mn-lt"/>
              </a:endParaRPr>
            </a:p>
          </p:txBody>
        </p:sp>
        <p:sp>
          <p:nvSpPr>
            <p:cNvPr id="89" name="TextBox 88">
              <a:extLst>
                <a:ext uri="{FF2B5EF4-FFF2-40B4-BE49-F238E27FC236}">
                  <a16:creationId xmlns:a16="http://schemas.microsoft.com/office/drawing/2014/main" id="{FC236008-EA34-77C8-B2DF-A90614E803FF}"/>
                </a:ext>
              </a:extLst>
            </p:cNvPr>
            <p:cNvSpPr txBox="1"/>
            <p:nvPr/>
          </p:nvSpPr>
          <p:spPr>
            <a:xfrm>
              <a:off x="328336" y="3068582"/>
              <a:ext cx="1176306" cy="281523"/>
            </a:xfrm>
            <a:prstGeom prst="rect">
              <a:avLst/>
            </a:prstGeom>
            <a:noFill/>
          </p:spPr>
          <p:txBody>
            <a:bodyPr wrap="square" lIns="0" tIns="0" rIns="0" bIns="0" rtlCol="0">
              <a:noAutofit/>
            </a:bodyPr>
            <a:lstStyle/>
            <a:p>
              <a:pPr>
                <a:lnSpc>
                  <a:spcPct val="100000"/>
                </a:lnSpc>
                <a:spcBef>
                  <a:spcPts val="1200"/>
                </a:spcBef>
                <a:buSzPct val="100000"/>
              </a:pPr>
              <a:r>
                <a:rPr lang="en-US" sz="1800" b="1" dirty="0">
                  <a:latin typeface="+mn-lt"/>
                </a:rPr>
                <a:t>1999 – 2005</a:t>
              </a:r>
            </a:p>
          </p:txBody>
        </p:sp>
        <p:sp>
          <p:nvSpPr>
            <p:cNvPr id="90" name="TextBox 89">
              <a:extLst>
                <a:ext uri="{FF2B5EF4-FFF2-40B4-BE49-F238E27FC236}">
                  <a16:creationId xmlns:a16="http://schemas.microsoft.com/office/drawing/2014/main" id="{5E9CB8A1-45E7-71D6-E974-AF7D353031F9}"/>
                </a:ext>
              </a:extLst>
            </p:cNvPr>
            <p:cNvSpPr txBox="1"/>
            <p:nvPr/>
          </p:nvSpPr>
          <p:spPr>
            <a:xfrm>
              <a:off x="2416036" y="2043150"/>
              <a:ext cx="1176306" cy="281523"/>
            </a:xfrm>
            <a:prstGeom prst="rect">
              <a:avLst/>
            </a:prstGeom>
            <a:noFill/>
          </p:spPr>
          <p:txBody>
            <a:bodyPr wrap="square" lIns="0" tIns="0" rIns="0" bIns="0" rtlCol="0">
              <a:noAutofit/>
            </a:bodyPr>
            <a:lstStyle>
              <a:defPPr>
                <a:defRPr lang="en-US"/>
              </a:defPPr>
              <a:lvl1pPr>
                <a:lnSpc>
                  <a:spcPct val="100000"/>
                </a:lnSpc>
                <a:spcBef>
                  <a:spcPts val="1200"/>
                </a:spcBef>
                <a:buSzPct val="100000"/>
                <a:defRPr b="1"/>
              </a:lvl1pPr>
            </a:lstStyle>
            <a:p>
              <a:pPr lvl="0"/>
              <a:r>
                <a:rPr lang="en-US" dirty="0">
                  <a:latin typeface="+mn-lt"/>
                </a:rPr>
                <a:t>2006 – 2016 </a:t>
              </a:r>
            </a:p>
          </p:txBody>
        </p:sp>
        <p:sp>
          <p:nvSpPr>
            <p:cNvPr id="91" name="TextBox 90">
              <a:extLst>
                <a:ext uri="{FF2B5EF4-FFF2-40B4-BE49-F238E27FC236}">
                  <a16:creationId xmlns:a16="http://schemas.microsoft.com/office/drawing/2014/main" id="{45D8381F-0D22-16EB-005C-1B41D57C7DB2}"/>
                </a:ext>
              </a:extLst>
            </p:cNvPr>
            <p:cNvSpPr txBox="1"/>
            <p:nvPr/>
          </p:nvSpPr>
          <p:spPr>
            <a:xfrm>
              <a:off x="5511911" y="340426"/>
              <a:ext cx="1176306" cy="281523"/>
            </a:xfrm>
            <a:prstGeom prst="rect">
              <a:avLst/>
            </a:prstGeom>
            <a:noFill/>
          </p:spPr>
          <p:txBody>
            <a:bodyPr wrap="square" lIns="0" tIns="0" rIns="0" bIns="0" rtlCol="0">
              <a:noAutofit/>
            </a:bodyPr>
            <a:lstStyle>
              <a:defPPr>
                <a:defRPr lang="en-US"/>
              </a:defPPr>
              <a:lvl1pPr lvl="0">
                <a:lnSpc>
                  <a:spcPct val="100000"/>
                </a:lnSpc>
                <a:spcBef>
                  <a:spcPts val="1200"/>
                </a:spcBef>
                <a:buSzPct val="100000"/>
                <a:defRPr b="1"/>
              </a:lvl1pPr>
            </a:lstStyle>
            <a:p>
              <a:pPr lvl="0"/>
              <a:r>
                <a:rPr lang="en-US" dirty="0">
                  <a:latin typeface="+mn-lt"/>
                </a:rPr>
                <a:t>2017 – 2025</a:t>
              </a:r>
            </a:p>
          </p:txBody>
        </p:sp>
        <p:cxnSp>
          <p:nvCxnSpPr>
            <p:cNvPr id="92" name="Straight Connector 91">
              <a:extLst>
                <a:ext uri="{FF2B5EF4-FFF2-40B4-BE49-F238E27FC236}">
                  <a16:creationId xmlns:a16="http://schemas.microsoft.com/office/drawing/2014/main" id="{1F9BF9D0-B8BC-651E-58F5-52CF2E37D8D1}"/>
                </a:ext>
              </a:extLst>
            </p:cNvPr>
            <p:cNvCxnSpPr>
              <a:cxnSpLocks/>
            </p:cNvCxnSpPr>
            <p:nvPr/>
          </p:nvCxnSpPr>
          <p:spPr>
            <a:xfrm flipV="1">
              <a:off x="6426804" y="2788084"/>
              <a:ext cx="0" cy="59394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3" name="Straight Connector 92">
              <a:extLst>
                <a:ext uri="{FF2B5EF4-FFF2-40B4-BE49-F238E27FC236}">
                  <a16:creationId xmlns:a16="http://schemas.microsoft.com/office/drawing/2014/main" id="{0523B56A-0562-EBA7-F079-C6B0B5F44CE5}"/>
                </a:ext>
              </a:extLst>
            </p:cNvPr>
            <p:cNvCxnSpPr>
              <a:cxnSpLocks/>
            </p:cNvCxnSpPr>
            <p:nvPr/>
          </p:nvCxnSpPr>
          <p:spPr>
            <a:xfrm flipV="1">
              <a:off x="6118713" y="2338739"/>
              <a:ext cx="0" cy="40414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94" name="TextBox 93">
              <a:extLst>
                <a:ext uri="{FF2B5EF4-FFF2-40B4-BE49-F238E27FC236}">
                  <a16:creationId xmlns:a16="http://schemas.microsoft.com/office/drawing/2014/main" id="{292BFAEC-35A5-DAD0-08AA-C3C1D9137771}"/>
                </a:ext>
              </a:extLst>
            </p:cNvPr>
            <p:cNvSpPr txBox="1"/>
            <p:nvPr/>
          </p:nvSpPr>
          <p:spPr>
            <a:xfrm>
              <a:off x="2731139" y="3301316"/>
              <a:ext cx="828420"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2009</a:t>
              </a:r>
            </a:p>
            <a:p>
              <a:pPr marL="0" algn="l" defTabSz="914400" rtl="0" eaLnBrk="1" latinLnBrk="0" hangingPunct="1"/>
              <a:r>
                <a:rPr lang="en-US" sz="1000" kern="1200" dirty="0">
                  <a:solidFill>
                    <a:schemeClr val="tx1"/>
                  </a:solidFill>
                  <a:latin typeface="+mn-lt"/>
                  <a:ea typeface="+mn-ea"/>
                  <a:cs typeface="+mn-cs"/>
                </a:rPr>
                <a:t>Expanded into Latin America</a:t>
              </a:r>
            </a:p>
          </p:txBody>
        </p:sp>
        <p:cxnSp>
          <p:nvCxnSpPr>
            <p:cNvPr id="95" name="Straight Connector 94">
              <a:extLst>
                <a:ext uri="{FF2B5EF4-FFF2-40B4-BE49-F238E27FC236}">
                  <a16:creationId xmlns:a16="http://schemas.microsoft.com/office/drawing/2014/main" id="{8BEDB180-27C0-ADD6-4F0E-7DF5AC8E2F36}"/>
                </a:ext>
              </a:extLst>
            </p:cNvPr>
            <p:cNvCxnSpPr>
              <a:cxnSpLocks/>
            </p:cNvCxnSpPr>
            <p:nvPr/>
          </p:nvCxnSpPr>
          <p:spPr>
            <a:xfrm flipV="1">
              <a:off x="2795527" y="3848942"/>
              <a:ext cx="0" cy="53251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6" name="Straight Connector 95">
              <a:extLst>
                <a:ext uri="{FF2B5EF4-FFF2-40B4-BE49-F238E27FC236}">
                  <a16:creationId xmlns:a16="http://schemas.microsoft.com/office/drawing/2014/main" id="{E17DF782-9A26-3D0E-15F7-338FCD7C6FE3}"/>
                </a:ext>
              </a:extLst>
            </p:cNvPr>
            <p:cNvCxnSpPr>
              <a:cxnSpLocks/>
            </p:cNvCxnSpPr>
            <p:nvPr/>
          </p:nvCxnSpPr>
          <p:spPr>
            <a:xfrm flipV="1">
              <a:off x="2472420" y="4522438"/>
              <a:ext cx="0" cy="7804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7" name="Straight Connector 96">
              <a:extLst>
                <a:ext uri="{FF2B5EF4-FFF2-40B4-BE49-F238E27FC236}">
                  <a16:creationId xmlns:a16="http://schemas.microsoft.com/office/drawing/2014/main" id="{55E3C5BF-0EEB-0B3D-EE32-EFF7C52D4767}"/>
                </a:ext>
              </a:extLst>
            </p:cNvPr>
            <p:cNvCxnSpPr>
              <a:cxnSpLocks/>
            </p:cNvCxnSpPr>
            <p:nvPr/>
          </p:nvCxnSpPr>
          <p:spPr>
            <a:xfrm flipV="1">
              <a:off x="1139979" y="4743865"/>
              <a:ext cx="0" cy="102558"/>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98" name="TextBox 97">
              <a:extLst>
                <a:ext uri="{FF2B5EF4-FFF2-40B4-BE49-F238E27FC236}">
                  <a16:creationId xmlns:a16="http://schemas.microsoft.com/office/drawing/2014/main" id="{6B716F8E-7AEF-812E-CCD6-393051CF5107}"/>
                </a:ext>
              </a:extLst>
            </p:cNvPr>
            <p:cNvSpPr txBox="1"/>
            <p:nvPr/>
          </p:nvSpPr>
          <p:spPr>
            <a:xfrm>
              <a:off x="2416818" y="5363583"/>
              <a:ext cx="1608295"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2006</a:t>
              </a:r>
              <a:endParaRPr kumimoji="0" lang="en-US" sz="1100" b="1" i="0" u="none" strike="noStrike" kern="1200" cap="none" spc="0" normalizeH="0" baseline="0" noProof="0" dirty="0">
                <a:ln>
                  <a:noFill/>
                </a:ln>
                <a:solidFill>
                  <a:srgbClr val="231F20"/>
                </a:solidFill>
                <a:effectLst/>
                <a:uLnTx/>
                <a:uFillTx/>
                <a:latin typeface="+mn-lt"/>
                <a:ea typeface="+mn-ea"/>
                <a:cs typeface="+mn-cs"/>
              </a:endParaRPr>
            </a:p>
            <a:p>
              <a:pPr marL="0" algn="l" defTabSz="914400" rtl="0" eaLnBrk="1" latinLnBrk="0" hangingPunct="1"/>
              <a:r>
                <a:rPr lang="en-US" sz="1000" kern="1200" dirty="0">
                  <a:solidFill>
                    <a:schemeClr val="tx1"/>
                  </a:solidFill>
                  <a:latin typeface="+mn-lt"/>
                  <a:ea typeface="+mn-ea"/>
                  <a:cs typeface="+mn-cs"/>
                </a:rPr>
                <a:t>Opened operations in the UK, expanding its EU footprint</a:t>
              </a:r>
            </a:p>
          </p:txBody>
        </p:sp>
        <p:sp>
          <p:nvSpPr>
            <p:cNvPr id="99" name="TextBox 98">
              <a:extLst>
                <a:ext uri="{FF2B5EF4-FFF2-40B4-BE49-F238E27FC236}">
                  <a16:creationId xmlns:a16="http://schemas.microsoft.com/office/drawing/2014/main" id="{77066C97-EAE1-A5E9-7FA3-2CCE80DEE301}"/>
                </a:ext>
              </a:extLst>
            </p:cNvPr>
            <p:cNvSpPr txBox="1"/>
            <p:nvPr/>
          </p:nvSpPr>
          <p:spPr>
            <a:xfrm>
              <a:off x="3105258" y="4932445"/>
              <a:ext cx="989101"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2013</a:t>
              </a:r>
            </a:p>
            <a:p>
              <a:pPr marL="0" marR="0" lvl="0" indent="0" algn="l" defTabSz="914400" rtl="0" eaLnBrk="1" fontAlgn="auto" latinLnBrk="0" hangingPunct="1">
                <a:lnSpc>
                  <a:spcPct val="100000"/>
                </a:lnSpc>
                <a:spcAft>
                  <a:spcPts val="200"/>
                </a:spcAft>
                <a:buClrTx/>
                <a:buSzTx/>
                <a:buFontTx/>
                <a:buNone/>
                <a:tabLst/>
                <a:defRPr/>
              </a:pPr>
              <a:r>
                <a:rPr lang="en-US" sz="1000" kern="1200" dirty="0">
                  <a:solidFill>
                    <a:schemeClr val="tx1"/>
                  </a:solidFill>
                  <a:latin typeface="+mn-lt"/>
                  <a:ea typeface="+mn-ea"/>
                  <a:cs typeface="+mn-cs"/>
                </a:rPr>
                <a:t>10,000 employees</a:t>
              </a:r>
            </a:p>
          </p:txBody>
        </p:sp>
        <p:sp>
          <p:nvSpPr>
            <p:cNvPr id="100" name="TextBox 99">
              <a:extLst>
                <a:ext uri="{FF2B5EF4-FFF2-40B4-BE49-F238E27FC236}">
                  <a16:creationId xmlns:a16="http://schemas.microsoft.com/office/drawing/2014/main" id="{36BFCE65-52B0-E4F9-2FF6-D5310432E95D}"/>
                </a:ext>
              </a:extLst>
            </p:cNvPr>
            <p:cNvSpPr txBox="1"/>
            <p:nvPr/>
          </p:nvSpPr>
          <p:spPr>
            <a:xfrm>
              <a:off x="6053240" y="1809997"/>
              <a:ext cx="915860"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2018</a:t>
              </a:r>
            </a:p>
            <a:p>
              <a:r>
                <a:rPr lang="en-US" sz="1000" b="0" dirty="0">
                  <a:solidFill>
                    <a:srgbClr val="231F20"/>
                  </a:solidFill>
                  <a:latin typeface="+mn-lt"/>
                </a:rPr>
                <a:t>Temasek invested $250M</a:t>
              </a:r>
            </a:p>
          </p:txBody>
        </p:sp>
        <p:sp>
          <p:nvSpPr>
            <p:cNvPr id="101" name="TextBox 100">
              <a:extLst>
                <a:ext uri="{FF2B5EF4-FFF2-40B4-BE49-F238E27FC236}">
                  <a16:creationId xmlns:a16="http://schemas.microsoft.com/office/drawing/2014/main" id="{3C768C4E-CCF5-5BC7-02C7-BAE6605FC312}"/>
                </a:ext>
              </a:extLst>
            </p:cNvPr>
            <p:cNvSpPr txBox="1"/>
            <p:nvPr/>
          </p:nvSpPr>
          <p:spPr>
            <a:xfrm>
              <a:off x="6361657" y="3427651"/>
              <a:ext cx="904308"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2018</a:t>
              </a:r>
            </a:p>
            <a:p>
              <a:r>
                <a:rPr lang="en-US" sz="1000" dirty="0">
                  <a:latin typeface="+mn-lt"/>
                </a:rPr>
                <a:t>Reached 20,000 employees</a:t>
              </a:r>
            </a:p>
          </p:txBody>
        </p:sp>
        <p:sp>
          <p:nvSpPr>
            <p:cNvPr id="102" name="TextBox 101">
              <a:extLst>
                <a:ext uri="{FF2B5EF4-FFF2-40B4-BE49-F238E27FC236}">
                  <a16:creationId xmlns:a16="http://schemas.microsoft.com/office/drawing/2014/main" id="{BFEDDE62-BD49-C8D3-E84D-73DBF4FAAE4E}"/>
                </a:ext>
              </a:extLst>
            </p:cNvPr>
            <p:cNvSpPr txBox="1"/>
            <p:nvPr/>
          </p:nvSpPr>
          <p:spPr>
            <a:xfrm>
              <a:off x="3573406" y="2859614"/>
              <a:ext cx="854262"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2013</a:t>
              </a:r>
            </a:p>
            <a:p>
              <a:pPr marL="0" algn="l" defTabSz="914400" rtl="0" eaLnBrk="1" latinLnBrk="0" hangingPunct="1"/>
              <a:r>
                <a:rPr lang="en-US" sz="1000" kern="1200" dirty="0">
                  <a:solidFill>
                    <a:schemeClr val="tx1"/>
                  </a:solidFill>
                  <a:latin typeface="+mn-lt"/>
                  <a:ea typeface="+mn-ea"/>
                  <a:cs typeface="+mn-cs"/>
                </a:rPr>
                <a:t>Launched Step IT Up America</a:t>
              </a:r>
            </a:p>
          </p:txBody>
        </p:sp>
        <p:sp>
          <p:nvSpPr>
            <p:cNvPr id="103" name="Freeform 9">
              <a:extLst>
                <a:ext uri="{FF2B5EF4-FFF2-40B4-BE49-F238E27FC236}">
                  <a16:creationId xmlns:a16="http://schemas.microsoft.com/office/drawing/2014/main" id="{21241B92-FA1F-34F4-DB7A-A77DE8EF4EE5}"/>
                </a:ext>
              </a:extLst>
            </p:cNvPr>
            <p:cNvSpPr/>
            <p:nvPr/>
          </p:nvSpPr>
          <p:spPr>
            <a:xfrm>
              <a:off x="343694" y="221010"/>
              <a:ext cx="11185664" cy="4735396"/>
            </a:xfrm>
            <a:custGeom>
              <a:avLst/>
              <a:gdLst>
                <a:gd name="connsiteX0" fmla="*/ 0 w 6256421"/>
                <a:gd name="connsiteY0" fmla="*/ 3850105 h 3850105"/>
                <a:gd name="connsiteX1" fmla="*/ 613611 w 6256421"/>
                <a:gd name="connsiteY1" fmla="*/ 3272590 h 3850105"/>
                <a:gd name="connsiteX2" fmla="*/ 1732548 w 6256421"/>
                <a:gd name="connsiteY2" fmla="*/ 3164305 h 3850105"/>
                <a:gd name="connsiteX3" fmla="*/ 2598821 w 6256421"/>
                <a:gd name="connsiteY3" fmla="*/ 2334126 h 3850105"/>
                <a:gd name="connsiteX4" fmla="*/ 4535906 w 6256421"/>
                <a:gd name="connsiteY4" fmla="*/ 1876926 h 3850105"/>
                <a:gd name="connsiteX5" fmla="*/ 4860758 w 6256421"/>
                <a:gd name="connsiteY5" fmla="*/ 938463 h 3850105"/>
                <a:gd name="connsiteX6" fmla="*/ 6256421 w 6256421"/>
                <a:gd name="connsiteY6" fmla="*/ 0 h 3850105"/>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083869 w 7430542"/>
                <a:gd name="connsiteY6" fmla="*/ 613187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626523 w 7430542"/>
                <a:gd name="connsiteY6" fmla="*/ 726730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6626523 w 7430542"/>
                <a:gd name="connsiteY7" fmla="*/ 726730 h 4126142"/>
                <a:gd name="connsiteX8" fmla="*/ 7430542 w 7430542"/>
                <a:gd name="connsiteY8"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743540 w 7430542"/>
                <a:gd name="connsiteY7" fmla="*/ 96992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20808 w 7430542"/>
                <a:gd name="connsiteY7" fmla="*/ 1089174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1045020 w 7430542"/>
                <a:gd name="connsiteY1" fmla="*/ 3365772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56298"/>
                <a:gd name="connsiteY0" fmla="*/ 3831986 h 3831986"/>
                <a:gd name="connsiteX1" fmla="*/ 1070776 w 7456298"/>
                <a:gd name="connsiteY1" fmla="*/ 3365772 h 3831986"/>
                <a:gd name="connsiteX2" fmla="*/ 2105921 w 7456298"/>
                <a:gd name="connsiteY2" fmla="*/ 3227540 h 3831986"/>
                <a:gd name="connsiteX3" fmla="*/ 3075739 w 7456298"/>
                <a:gd name="connsiteY3" fmla="*/ 2414386 h 3831986"/>
                <a:gd name="connsiteX4" fmla="*/ 4199252 w 7456298"/>
                <a:gd name="connsiteY4" fmla="*/ 2101891 h 3831986"/>
                <a:gd name="connsiteX5" fmla="*/ 4886514 w 7456298"/>
                <a:gd name="connsiteY5" fmla="*/ 1214500 h 3831986"/>
                <a:gd name="connsiteX6" fmla="*/ 5817988 w 7456298"/>
                <a:gd name="connsiteY6" fmla="*/ 1042218 h 3831986"/>
                <a:gd name="connsiteX7" fmla="*/ 5827248 w 7456298"/>
                <a:gd name="connsiteY7" fmla="*/ 1041472 h 3831986"/>
                <a:gd name="connsiteX8" fmla="*/ 6652279 w 7456298"/>
                <a:gd name="connsiteY8" fmla="*/ 726730 h 3831986"/>
                <a:gd name="connsiteX9" fmla="*/ 7456298 w 7456298"/>
                <a:gd name="connsiteY9" fmla="*/ 0 h 3831986"/>
                <a:gd name="connsiteX0" fmla="*/ 0 w 7932779"/>
                <a:gd name="connsiteY0" fmla="*/ 4157943 h 4157943"/>
                <a:gd name="connsiteX1" fmla="*/ 1070776 w 7932779"/>
                <a:gd name="connsiteY1" fmla="*/ 3691729 h 4157943"/>
                <a:gd name="connsiteX2" fmla="*/ 2105921 w 7932779"/>
                <a:gd name="connsiteY2" fmla="*/ 3553497 h 4157943"/>
                <a:gd name="connsiteX3" fmla="*/ 3075739 w 7932779"/>
                <a:gd name="connsiteY3" fmla="*/ 2740343 h 4157943"/>
                <a:gd name="connsiteX4" fmla="*/ 4199252 w 7932779"/>
                <a:gd name="connsiteY4" fmla="*/ 2427848 h 4157943"/>
                <a:gd name="connsiteX5" fmla="*/ 4886514 w 7932779"/>
                <a:gd name="connsiteY5" fmla="*/ 1540457 h 4157943"/>
                <a:gd name="connsiteX6" fmla="*/ 5817988 w 7932779"/>
                <a:gd name="connsiteY6" fmla="*/ 1368175 h 4157943"/>
                <a:gd name="connsiteX7" fmla="*/ 5827248 w 7932779"/>
                <a:gd name="connsiteY7" fmla="*/ 1367429 h 4157943"/>
                <a:gd name="connsiteX8" fmla="*/ 6652279 w 7932779"/>
                <a:gd name="connsiteY8" fmla="*/ 1052687 h 4157943"/>
                <a:gd name="connsiteX9" fmla="*/ 7932779 w 7932779"/>
                <a:gd name="connsiteY9" fmla="*/ 0 h 4157943"/>
                <a:gd name="connsiteX0" fmla="*/ 0 w 7620753"/>
                <a:gd name="connsiteY0" fmla="*/ 4029524 h 4029524"/>
                <a:gd name="connsiteX1" fmla="*/ 1070776 w 7620753"/>
                <a:gd name="connsiteY1" fmla="*/ 3563310 h 4029524"/>
                <a:gd name="connsiteX2" fmla="*/ 2105921 w 7620753"/>
                <a:gd name="connsiteY2" fmla="*/ 3425078 h 4029524"/>
                <a:gd name="connsiteX3" fmla="*/ 3075739 w 7620753"/>
                <a:gd name="connsiteY3" fmla="*/ 2611924 h 4029524"/>
                <a:gd name="connsiteX4" fmla="*/ 4199252 w 7620753"/>
                <a:gd name="connsiteY4" fmla="*/ 2299429 h 4029524"/>
                <a:gd name="connsiteX5" fmla="*/ 4886514 w 7620753"/>
                <a:gd name="connsiteY5" fmla="*/ 1412038 h 4029524"/>
                <a:gd name="connsiteX6" fmla="*/ 5817988 w 7620753"/>
                <a:gd name="connsiteY6" fmla="*/ 1239756 h 4029524"/>
                <a:gd name="connsiteX7" fmla="*/ 5827248 w 7620753"/>
                <a:gd name="connsiteY7" fmla="*/ 1239010 h 4029524"/>
                <a:gd name="connsiteX8" fmla="*/ 6652279 w 7620753"/>
                <a:gd name="connsiteY8" fmla="*/ 924268 h 4029524"/>
                <a:gd name="connsiteX9" fmla="*/ 7620753 w 7620753"/>
                <a:gd name="connsiteY9" fmla="*/ 0 h 4029524"/>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8943146 w 8943146"/>
                <a:gd name="connsiteY9"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943146 w 8943146"/>
                <a:gd name="connsiteY10"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846859 w 8943146"/>
                <a:gd name="connsiteY9" fmla="*/ 1202808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181173 w 8943146"/>
                <a:gd name="connsiteY10" fmla="*/ 881759 h 5102743"/>
                <a:gd name="connsiteX11" fmla="*/ 8943146 w 8943146"/>
                <a:gd name="connsiteY11" fmla="*/ 0 h 5102743"/>
                <a:gd name="connsiteX0" fmla="*/ 0 w 8690553"/>
                <a:gd name="connsiteY0" fmla="*/ 4800040 h 4800040"/>
                <a:gd name="connsiteX1" fmla="*/ 1070776 w 8690553"/>
                <a:gd name="connsiteY1" fmla="*/ 4333826 h 4800040"/>
                <a:gd name="connsiteX2" fmla="*/ 2105921 w 8690553"/>
                <a:gd name="connsiteY2" fmla="*/ 4195594 h 4800040"/>
                <a:gd name="connsiteX3" fmla="*/ 3075739 w 8690553"/>
                <a:gd name="connsiteY3" fmla="*/ 3382440 h 4800040"/>
                <a:gd name="connsiteX4" fmla="*/ 4199252 w 8690553"/>
                <a:gd name="connsiteY4" fmla="*/ 3069945 h 4800040"/>
                <a:gd name="connsiteX5" fmla="*/ 4886514 w 8690553"/>
                <a:gd name="connsiteY5" fmla="*/ 2182554 h 4800040"/>
                <a:gd name="connsiteX6" fmla="*/ 5817988 w 8690553"/>
                <a:gd name="connsiteY6" fmla="*/ 2010272 h 4800040"/>
                <a:gd name="connsiteX7" fmla="*/ 5827248 w 8690553"/>
                <a:gd name="connsiteY7" fmla="*/ 2009526 h 4800040"/>
                <a:gd name="connsiteX8" fmla="*/ 6652279 w 8690553"/>
                <a:gd name="connsiteY8" fmla="*/ 1694784 h 4800040"/>
                <a:gd name="connsiteX9" fmla="*/ 7601696 w 8690553"/>
                <a:gd name="connsiteY9" fmla="*/ 1111080 h 4800040"/>
                <a:gd name="connsiteX10" fmla="*/ 8181173 w 8690553"/>
                <a:gd name="connsiteY10" fmla="*/ 579056 h 4800040"/>
                <a:gd name="connsiteX11" fmla="*/ 8690553 w 8690553"/>
                <a:gd name="connsiteY11" fmla="*/ 0 h 4800040"/>
                <a:gd name="connsiteX0" fmla="*/ 0 w 9472572"/>
                <a:gd name="connsiteY0" fmla="*/ 5637297 h 5637297"/>
                <a:gd name="connsiteX1" fmla="*/ 1070776 w 9472572"/>
                <a:gd name="connsiteY1" fmla="*/ 5171083 h 5637297"/>
                <a:gd name="connsiteX2" fmla="*/ 2105921 w 9472572"/>
                <a:gd name="connsiteY2" fmla="*/ 5032851 h 5637297"/>
                <a:gd name="connsiteX3" fmla="*/ 3075739 w 9472572"/>
                <a:gd name="connsiteY3" fmla="*/ 4219697 h 5637297"/>
                <a:gd name="connsiteX4" fmla="*/ 4199252 w 9472572"/>
                <a:gd name="connsiteY4" fmla="*/ 3907202 h 5637297"/>
                <a:gd name="connsiteX5" fmla="*/ 4886514 w 9472572"/>
                <a:gd name="connsiteY5" fmla="*/ 3019811 h 5637297"/>
                <a:gd name="connsiteX6" fmla="*/ 5817988 w 9472572"/>
                <a:gd name="connsiteY6" fmla="*/ 2847529 h 5637297"/>
                <a:gd name="connsiteX7" fmla="*/ 5827248 w 9472572"/>
                <a:gd name="connsiteY7" fmla="*/ 2846783 h 5637297"/>
                <a:gd name="connsiteX8" fmla="*/ 6652279 w 9472572"/>
                <a:gd name="connsiteY8" fmla="*/ 2532041 h 5637297"/>
                <a:gd name="connsiteX9" fmla="*/ 7601696 w 9472572"/>
                <a:gd name="connsiteY9" fmla="*/ 1948337 h 5637297"/>
                <a:gd name="connsiteX10" fmla="*/ 8181173 w 9472572"/>
                <a:gd name="connsiteY10" fmla="*/ 1416313 h 5637297"/>
                <a:gd name="connsiteX11" fmla="*/ 9472572 w 9472572"/>
                <a:gd name="connsiteY11" fmla="*/ 0 h 5637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72572" h="5637297">
                  <a:moveTo>
                    <a:pt x="0" y="5637297"/>
                  </a:moveTo>
                  <a:lnTo>
                    <a:pt x="1070776" y="5171083"/>
                  </a:lnTo>
                  <a:lnTo>
                    <a:pt x="2105921" y="5032851"/>
                  </a:lnTo>
                  <a:lnTo>
                    <a:pt x="3075739" y="4219697"/>
                  </a:lnTo>
                  <a:lnTo>
                    <a:pt x="4199252" y="3907202"/>
                  </a:lnTo>
                  <a:lnTo>
                    <a:pt x="4886514" y="3019811"/>
                  </a:lnTo>
                  <a:lnTo>
                    <a:pt x="5817988" y="2847529"/>
                  </a:lnTo>
                  <a:lnTo>
                    <a:pt x="5827248" y="2846783"/>
                  </a:lnTo>
                  <a:lnTo>
                    <a:pt x="6652279" y="2532041"/>
                  </a:lnTo>
                  <a:cubicBezTo>
                    <a:pt x="6969070" y="2322677"/>
                    <a:pt x="7219885" y="2281251"/>
                    <a:pt x="7601696" y="1948337"/>
                  </a:cubicBezTo>
                  <a:lnTo>
                    <a:pt x="8181173" y="1416313"/>
                  </a:lnTo>
                  <a:cubicBezTo>
                    <a:pt x="8350966" y="1223294"/>
                    <a:pt x="9302779" y="193019"/>
                    <a:pt x="9472572" y="0"/>
                  </a:cubicBezTo>
                </a:path>
              </a:pathLst>
            </a:cu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456938" rtl="0" eaLnBrk="1" latinLnBrk="0" hangingPunct="1">
                <a:defRPr sz="1800" kern="1200">
                  <a:solidFill>
                    <a:schemeClr val="tx1"/>
                  </a:solidFill>
                  <a:latin typeface="+mn-lt"/>
                  <a:ea typeface="+mn-ea"/>
                  <a:cs typeface="+mn-cs"/>
                </a:defRPr>
              </a:lvl1pPr>
              <a:lvl2pPr marL="456938" algn="l" defTabSz="456938" rtl="0" eaLnBrk="1" latinLnBrk="0" hangingPunct="1">
                <a:defRPr sz="1800" kern="1200">
                  <a:solidFill>
                    <a:schemeClr val="tx1"/>
                  </a:solidFill>
                  <a:latin typeface="+mn-lt"/>
                  <a:ea typeface="+mn-ea"/>
                  <a:cs typeface="+mn-cs"/>
                </a:defRPr>
              </a:lvl2pPr>
              <a:lvl3pPr marL="913877" algn="l" defTabSz="456938" rtl="0" eaLnBrk="1" latinLnBrk="0" hangingPunct="1">
                <a:defRPr sz="1800" kern="1200">
                  <a:solidFill>
                    <a:schemeClr val="tx1"/>
                  </a:solidFill>
                  <a:latin typeface="+mn-lt"/>
                  <a:ea typeface="+mn-ea"/>
                  <a:cs typeface="+mn-cs"/>
                </a:defRPr>
              </a:lvl3pPr>
              <a:lvl4pPr marL="1370814" algn="l" defTabSz="456938" rtl="0" eaLnBrk="1" latinLnBrk="0" hangingPunct="1">
                <a:defRPr sz="1800" kern="1200">
                  <a:solidFill>
                    <a:schemeClr val="tx1"/>
                  </a:solidFill>
                  <a:latin typeface="+mn-lt"/>
                  <a:ea typeface="+mn-ea"/>
                  <a:cs typeface="+mn-cs"/>
                </a:defRPr>
              </a:lvl4pPr>
              <a:lvl5pPr marL="1827752" algn="l" defTabSz="456938" rtl="0" eaLnBrk="1" latinLnBrk="0" hangingPunct="1">
                <a:defRPr sz="1800" kern="1200">
                  <a:solidFill>
                    <a:schemeClr val="tx1"/>
                  </a:solidFill>
                  <a:latin typeface="+mn-lt"/>
                  <a:ea typeface="+mn-ea"/>
                  <a:cs typeface="+mn-cs"/>
                </a:defRPr>
              </a:lvl5pPr>
              <a:lvl6pPr marL="2284689" algn="l" defTabSz="456938" rtl="0" eaLnBrk="1" latinLnBrk="0" hangingPunct="1">
                <a:defRPr sz="1800" kern="1200">
                  <a:solidFill>
                    <a:schemeClr val="tx1"/>
                  </a:solidFill>
                  <a:latin typeface="+mn-lt"/>
                  <a:ea typeface="+mn-ea"/>
                  <a:cs typeface="+mn-cs"/>
                </a:defRPr>
              </a:lvl6pPr>
              <a:lvl7pPr marL="2741627" algn="l" defTabSz="456938" rtl="0" eaLnBrk="1" latinLnBrk="0" hangingPunct="1">
                <a:defRPr sz="1800" kern="1200">
                  <a:solidFill>
                    <a:schemeClr val="tx1"/>
                  </a:solidFill>
                  <a:latin typeface="+mn-lt"/>
                  <a:ea typeface="+mn-ea"/>
                  <a:cs typeface="+mn-cs"/>
                </a:defRPr>
              </a:lvl7pPr>
              <a:lvl8pPr marL="3198563" algn="l" defTabSz="456938" rtl="0" eaLnBrk="1" latinLnBrk="0" hangingPunct="1">
                <a:defRPr sz="1800" kern="1200">
                  <a:solidFill>
                    <a:schemeClr val="tx1"/>
                  </a:solidFill>
                  <a:latin typeface="+mn-lt"/>
                  <a:ea typeface="+mn-ea"/>
                  <a:cs typeface="+mn-cs"/>
                </a:defRPr>
              </a:lvl8pPr>
              <a:lvl9pPr marL="3655499" algn="l" defTabSz="456938" rtl="0" eaLnBrk="1" latinLnBrk="0" hangingPunct="1">
                <a:defRPr sz="1800" kern="1200">
                  <a:solidFill>
                    <a:schemeClr val="tx1"/>
                  </a:solidFill>
                  <a:latin typeface="+mn-lt"/>
                  <a:ea typeface="+mn-ea"/>
                  <a:cs typeface="+mn-cs"/>
                </a:defRPr>
              </a:lvl9pPr>
            </a:lstStyle>
            <a:p>
              <a:pPr marL="0" marR="0" lvl="0" indent="0" algn="ctr" defTabSz="456938" rtl="0" eaLnBrk="1" fontAlgn="auto" latinLnBrk="0" hangingPunct="1">
                <a:lnSpc>
                  <a:spcPct val="100000"/>
                </a:lnSpc>
                <a:spcAft>
                  <a:spcPts val="200"/>
                </a:spcAft>
                <a:buClrTx/>
                <a:buSzTx/>
                <a:buFontTx/>
                <a:buNone/>
                <a:tabLst/>
                <a:defRPr/>
              </a:pPr>
              <a:endParaRPr kumimoji="0" lang="en-US" sz="1400" b="0" i="0" u="none" strike="noStrike" kern="1200" cap="none" spc="0" normalizeH="0" baseline="0" noProof="0">
                <a:ln>
                  <a:noFill/>
                </a:ln>
                <a:solidFill>
                  <a:srgbClr val="525252"/>
                </a:solidFill>
                <a:effectLst/>
                <a:uLnTx/>
                <a:uFillTx/>
                <a:latin typeface="+mn-lt"/>
                <a:ea typeface="+mn-ea"/>
                <a:cs typeface="+mn-cs"/>
              </a:endParaRPr>
            </a:p>
          </p:txBody>
        </p:sp>
        <p:sp>
          <p:nvSpPr>
            <p:cNvPr id="104" name="TextBox 103">
              <a:extLst>
                <a:ext uri="{FF2B5EF4-FFF2-40B4-BE49-F238E27FC236}">
                  <a16:creationId xmlns:a16="http://schemas.microsoft.com/office/drawing/2014/main" id="{824B617A-370E-7BEF-4A11-E7CD259EDCFB}"/>
                </a:ext>
              </a:extLst>
            </p:cNvPr>
            <p:cNvSpPr txBox="1"/>
            <p:nvPr/>
          </p:nvSpPr>
          <p:spPr>
            <a:xfrm>
              <a:off x="8563121" y="905854"/>
              <a:ext cx="1196166" cy="6565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2021</a:t>
              </a:r>
            </a:p>
            <a:p>
              <a:pPr lvl="0">
                <a:spcAft>
                  <a:spcPts val="200"/>
                </a:spcAft>
                <a:defRPr/>
              </a:pPr>
              <a:r>
                <a:rPr lang="en-US" sz="1000" dirty="0">
                  <a:latin typeface="+mn-lt"/>
                </a:rPr>
                <a:t>Certified “Top Employer of the year” in US, UK and Spain</a:t>
              </a:r>
              <a:endParaRPr kumimoji="0" lang="en-US" sz="900" b="1" i="0" u="none" strike="noStrike" kern="1200" cap="none" spc="0" normalizeH="0" baseline="0" noProof="0" dirty="0">
                <a:ln>
                  <a:noFill/>
                </a:ln>
                <a:effectLst/>
                <a:uLnTx/>
                <a:uFillTx/>
                <a:latin typeface="+mn-lt"/>
                <a:ea typeface="+mn-ea"/>
                <a:cs typeface="+mn-cs"/>
              </a:endParaRPr>
            </a:p>
          </p:txBody>
        </p:sp>
        <p:sp>
          <p:nvSpPr>
            <p:cNvPr id="105" name="Rectangle 104">
              <a:extLst>
                <a:ext uri="{FF2B5EF4-FFF2-40B4-BE49-F238E27FC236}">
                  <a16:creationId xmlns:a16="http://schemas.microsoft.com/office/drawing/2014/main" id="{11F80E6D-DCCF-0B2F-DB71-5C90B2A99457}"/>
                </a:ext>
              </a:extLst>
            </p:cNvPr>
            <p:cNvSpPr/>
            <p:nvPr/>
          </p:nvSpPr>
          <p:spPr>
            <a:xfrm>
              <a:off x="1081049" y="4606900"/>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6" name="Rectangle 105">
              <a:extLst>
                <a:ext uri="{FF2B5EF4-FFF2-40B4-BE49-F238E27FC236}">
                  <a16:creationId xmlns:a16="http://schemas.microsoft.com/office/drawing/2014/main" id="{C2AA02F7-ADBC-89A9-6A37-BD585ED838BB}"/>
                </a:ext>
              </a:extLst>
            </p:cNvPr>
            <p:cNvSpPr/>
            <p:nvPr/>
          </p:nvSpPr>
          <p:spPr>
            <a:xfrm>
              <a:off x="2407273" y="4417303"/>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7" name="Rectangle 106">
              <a:extLst>
                <a:ext uri="{FF2B5EF4-FFF2-40B4-BE49-F238E27FC236}">
                  <a16:creationId xmlns:a16="http://schemas.microsoft.com/office/drawing/2014/main" id="{EF2C8515-6D39-24F3-71E5-F89B8220DDD0}"/>
                </a:ext>
              </a:extLst>
            </p:cNvPr>
            <p:cNvSpPr/>
            <p:nvPr/>
          </p:nvSpPr>
          <p:spPr>
            <a:xfrm>
              <a:off x="2730380" y="438019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8" name="Rectangle 107">
              <a:extLst>
                <a:ext uri="{FF2B5EF4-FFF2-40B4-BE49-F238E27FC236}">
                  <a16:creationId xmlns:a16="http://schemas.microsoft.com/office/drawing/2014/main" id="{5D002878-57A2-DD86-CAB8-9CC35ED2FD78}"/>
                </a:ext>
              </a:extLst>
            </p:cNvPr>
            <p:cNvSpPr/>
            <p:nvPr/>
          </p:nvSpPr>
          <p:spPr>
            <a:xfrm>
              <a:off x="6053240" y="2710692"/>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9" name="Rectangle 108">
              <a:extLst>
                <a:ext uri="{FF2B5EF4-FFF2-40B4-BE49-F238E27FC236}">
                  <a16:creationId xmlns:a16="http://schemas.microsoft.com/office/drawing/2014/main" id="{B94D7ADD-0BCE-970C-E038-E39C4277E16A}"/>
                </a:ext>
              </a:extLst>
            </p:cNvPr>
            <p:cNvSpPr/>
            <p:nvPr/>
          </p:nvSpPr>
          <p:spPr>
            <a:xfrm>
              <a:off x="6361657" y="2652424"/>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10" name="TextBox 109">
              <a:extLst>
                <a:ext uri="{FF2B5EF4-FFF2-40B4-BE49-F238E27FC236}">
                  <a16:creationId xmlns:a16="http://schemas.microsoft.com/office/drawing/2014/main" id="{2C62ECB0-3A41-F503-6415-0DB87AEFF1A6}"/>
                </a:ext>
              </a:extLst>
            </p:cNvPr>
            <p:cNvSpPr txBox="1"/>
            <p:nvPr/>
          </p:nvSpPr>
          <p:spPr>
            <a:xfrm>
              <a:off x="1069317" y="4898729"/>
              <a:ext cx="950046"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2002</a:t>
              </a:r>
            </a:p>
            <a:p>
              <a:r>
                <a:rPr lang="en-US" sz="1000" dirty="0">
                  <a:latin typeface="+mn-lt"/>
                </a:rPr>
                <a:t>Launched UST’s Colors Program</a:t>
              </a:r>
            </a:p>
          </p:txBody>
        </p:sp>
        <p:sp>
          <p:nvSpPr>
            <p:cNvPr id="111" name="TextBox 110">
              <a:extLst>
                <a:ext uri="{FF2B5EF4-FFF2-40B4-BE49-F238E27FC236}">
                  <a16:creationId xmlns:a16="http://schemas.microsoft.com/office/drawing/2014/main" id="{A960FB55-C133-3FC2-623C-210984CF08BD}"/>
                </a:ext>
              </a:extLst>
            </p:cNvPr>
            <p:cNvSpPr txBox="1"/>
            <p:nvPr/>
          </p:nvSpPr>
          <p:spPr>
            <a:xfrm>
              <a:off x="5523777" y="5474567"/>
              <a:ext cx="1356219"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2017</a:t>
              </a:r>
            </a:p>
            <a:p>
              <a:pPr>
                <a:spcAft>
                  <a:spcPts val="200"/>
                </a:spcAft>
                <a:defRPr/>
              </a:pPr>
              <a:r>
                <a:rPr lang="en-US" sz="1000" dirty="0">
                  <a:latin typeface="+mn-lt"/>
                </a:rPr>
                <a:t>Launched CyberProof and UST SmartOps</a:t>
              </a:r>
            </a:p>
          </p:txBody>
        </p:sp>
        <p:sp>
          <p:nvSpPr>
            <p:cNvPr id="112" name="TextBox 111">
              <a:extLst>
                <a:ext uri="{FF2B5EF4-FFF2-40B4-BE49-F238E27FC236}">
                  <a16:creationId xmlns:a16="http://schemas.microsoft.com/office/drawing/2014/main" id="{5A9224A8-FB0D-DE27-9104-FA23FB30692E}"/>
                </a:ext>
              </a:extLst>
            </p:cNvPr>
            <p:cNvSpPr txBox="1"/>
            <p:nvPr/>
          </p:nvSpPr>
          <p:spPr>
            <a:xfrm>
              <a:off x="7545392" y="1609648"/>
              <a:ext cx="872942"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marR="0" lvl="0" indent="0" defTabSz="914400" rtl="0" eaLnBrk="1" fontAlgn="auto" latinLnBrk="0" hangingPunct="1">
                <a:lnSpc>
                  <a:spcPct val="100000"/>
                </a:lnSpc>
                <a:spcAft>
                  <a:spcPts val="200"/>
                </a:spcAft>
                <a:buClrTx/>
                <a:buSzTx/>
                <a:buFontTx/>
                <a:buNone/>
                <a:tabLst/>
                <a:defRPr/>
              </a:pPr>
              <a:r>
                <a:rPr kumimoji="0" lang="en-US" sz="1000" i="0" u="none" strike="noStrike" kern="1200" cap="none" spc="0" normalizeH="0" baseline="0" noProof="0" dirty="0">
                  <a:ln>
                    <a:noFill/>
                  </a:ln>
                  <a:effectLst/>
                  <a:uLnTx/>
                  <a:uFillTx/>
                  <a:latin typeface="+mn-lt"/>
                  <a:ea typeface="+mn-ea"/>
                  <a:cs typeface="+mn-cs"/>
                </a:rPr>
                <a:t>Glassdoor Best Places to Work</a:t>
              </a:r>
              <a:endParaRPr kumimoji="0" lang="en-US" sz="900" i="0" u="none" strike="noStrike" kern="1200" cap="none" spc="0" normalizeH="0" baseline="0" noProof="0" dirty="0">
                <a:ln>
                  <a:noFill/>
                </a:ln>
                <a:effectLst/>
                <a:uLnTx/>
                <a:uFillTx/>
                <a:latin typeface="+mn-lt"/>
                <a:ea typeface="+mn-ea"/>
                <a:cs typeface="+mn-cs"/>
              </a:endParaRPr>
            </a:p>
          </p:txBody>
        </p:sp>
        <p:sp>
          <p:nvSpPr>
            <p:cNvPr id="113" name="TextBox 112">
              <a:extLst>
                <a:ext uri="{FF2B5EF4-FFF2-40B4-BE49-F238E27FC236}">
                  <a16:creationId xmlns:a16="http://schemas.microsoft.com/office/drawing/2014/main" id="{13F21217-CE86-A3EC-E82F-123CF848AE58}"/>
                </a:ext>
              </a:extLst>
            </p:cNvPr>
            <p:cNvSpPr txBox="1"/>
            <p:nvPr/>
          </p:nvSpPr>
          <p:spPr>
            <a:xfrm>
              <a:off x="6895934" y="1009879"/>
              <a:ext cx="960953" cy="469854"/>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2019</a:t>
              </a:r>
            </a:p>
            <a:p>
              <a:r>
                <a:rPr lang="en-US" sz="1000" dirty="0">
                  <a:latin typeface="+mn-lt"/>
                </a:rPr>
                <a:t>Launched UST HealthProof</a:t>
              </a:r>
            </a:p>
          </p:txBody>
        </p:sp>
        <p:cxnSp>
          <p:nvCxnSpPr>
            <p:cNvPr id="114" name="Straight Connector 113">
              <a:extLst>
                <a:ext uri="{FF2B5EF4-FFF2-40B4-BE49-F238E27FC236}">
                  <a16:creationId xmlns:a16="http://schemas.microsoft.com/office/drawing/2014/main" id="{3834021C-742F-15BA-1D5F-56FDA08FF880}"/>
                </a:ext>
              </a:extLst>
            </p:cNvPr>
            <p:cNvCxnSpPr>
              <a:cxnSpLocks/>
              <a:endCxn id="148" idx="0"/>
            </p:cNvCxnSpPr>
            <p:nvPr/>
          </p:nvCxnSpPr>
          <p:spPr>
            <a:xfrm>
              <a:off x="7610539" y="2139722"/>
              <a:ext cx="0" cy="27864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15" name="TextBox 114">
              <a:extLst>
                <a:ext uri="{FF2B5EF4-FFF2-40B4-BE49-F238E27FC236}">
                  <a16:creationId xmlns:a16="http://schemas.microsoft.com/office/drawing/2014/main" id="{7BBA1FE0-48F5-4E1A-16EB-B1F7CE559B56}"/>
                </a:ext>
              </a:extLst>
            </p:cNvPr>
            <p:cNvSpPr txBox="1"/>
            <p:nvPr/>
          </p:nvSpPr>
          <p:spPr>
            <a:xfrm>
              <a:off x="7901885" y="5159246"/>
              <a:ext cx="1164459"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algn="l" defTabSz="914400" rtl="0" eaLnBrk="1" latinLnBrk="0" hangingPunct="1"/>
              <a:r>
                <a:rPr lang="en-US" sz="1000" b="0" kern="1200" dirty="0">
                  <a:solidFill>
                    <a:srgbClr val="231F20"/>
                  </a:solidFill>
                  <a:latin typeface="+mn-lt"/>
                  <a:ea typeface="+mn-ea"/>
                  <a:cs typeface="+mn-cs"/>
                </a:rPr>
                <a:t>Temasek follow on investment of $120M</a:t>
              </a:r>
            </a:p>
          </p:txBody>
        </p:sp>
        <p:cxnSp>
          <p:nvCxnSpPr>
            <p:cNvPr id="116" name="Straight Connector 115">
              <a:extLst>
                <a:ext uri="{FF2B5EF4-FFF2-40B4-BE49-F238E27FC236}">
                  <a16:creationId xmlns:a16="http://schemas.microsoft.com/office/drawing/2014/main" id="{8F9A99C4-3BAB-8989-2503-4FBB1F488B30}"/>
                </a:ext>
              </a:extLst>
            </p:cNvPr>
            <p:cNvCxnSpPr>
              <a:cxnSpLocks/>
            </p:cNvCxnSpPr>
            <p:nvPr/>
          </p:nvCxnSpPr>
          <p:spPr>
            <a:xfrm flipV="1">
              <a:off x="7308226" y="2585213"/>
              <a:ext cx="0" cy="3021652"/>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17" name="Rectangle 116">
              <a:extLst>
                <a:ext uri="{FF2B5EF4-FFF2-40B4-BE49-F238E27FC236}">
                  <a16:creationId xmlns:a16="http://schemas.microsoft.com/office/drawing/2014/main" id="{3135280F-D642-95AA-C93B-B58281C1FE6F}"/>
                </a:ext>
              </a:extLst>
            </p:cNvPr>
            <p:cNvSpPr/>
            <p:nvPr/>
          </p:nvSpPr>
          <p:spPr>
            <a:xfrm>
              <a:off x="7243078" y="2518935"/>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18" name="TextBox 117">
              <a:extLst>
                <a:ext uri="{FF2B5EF4-FFF2-40B4-BE49-F238E27FC236}">
                  <a16:creationId xmlns:a16="http://schemas.microsoft.com/office/drawing/2014/main" id="{DB8BDFB9-9AB9-AABC-6883-DBB6686C1196}"/>
                </a:ext>
              </a:extLst>
            </p:cNvPr>
            <p:cNvSpPr txBox="1"/>
            <p:nvPr/>
          </p:nvSpPr>
          <p:spPr>
            <a:xfrm>
              <a:off x="7243078" y="5628456"/>
              <a:ext cx="1823265"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r>
                <a:rPr lang="en-US" sz="1000" dirty="0">
                  <a:latin typeface="+mn-lt"/>
                </a:rPr>
                <a:t>Acquired Advalent healthcare</a:t>
              </a:r>
            </a:p>
          </p:txBody>
        </p:sp>
        <p:sp>
          <p:nvSpPr>
            <p:cNvPr id="119" name="TextBox 118">
              <a:extLst>
                <a:ext uri="{FF2B5EF4-FFF2-40B4-BE49-F238E27FC236}">
                  <a16:creationId xmlns:a16="http://schemas.microsoft.com/office/drawing/2014/main" id="{B8318AD1-7631-9FC6-734B-41CC8D894B97}"/>
                </a:ext>
              </a:extLst>
            </p:cNvPr>
            <p:cNvSpPr txBox="1"/>
            <p:nvPr/>
          </p:nvSpPr>
          <p:spPr>
            <a:xfrm>
              <a:off x="8896975" y="4387027"/>
              <a:ext cx="1115380"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2022</a:t>
              </a:r>
            </a:p>
            <a:p>
              <a:pPr lvl="0">
                <a:spcAft>
                  <a:spcPts val="200"/>
                </a:spcAft>
                <a:defRPr/>
              </a:pPr>
              <a:r>
                <a:rPr lang="en-US" sz="1000" b="0" dirty="0">
                  <a:solidFill>
                    <a:srgbClr val="231F20"/>
                  </a:solidFill>
                  <a:latin typeface="+mn-lt"/>
                  <a:cs typeface="Arial"/>
                </a:rPr>
                <a:t>30,000+ employees</a:t>
              </a:r>
              <a:endParaRPr kumimoji="0" lang="en-US" sz="900" b="0" i="0" u="none" strike="noStrike" kern="1200" cap="none" spc="0" normalizeH="0" baseline="0" noProof="0" dirty="0">
                <a:ln>
                  <a:noFill/>
                </a:ln>
                <a:solidFill>
                  <a:srgbClr val="231F20"/>
                </a:solidFill>
                <a:effectLst/>
                <a:uLnTx/>
                <a:uFillTx/>
                <a:latin typeface="+mn-lt"/>
              </a:endParaRPr>
            </a:p>
          </p:txBody>
        </p:sp>
        <p:cxnSp>
          <p:nvCxnSpPr>
            <p:cNvPr id="120" name="Straight Connector 119">
              <a:extLst>
                <a:ext uri="{FF2B5EF4-FFF2-40B4-BE49-F238E27FC236}">
                  <a16:creationId xmlns:a16="http://schemas.microsoft.com/office/drawing/2014/main" id="{F28D741C-7138-BE40-8F51-21304E329338}"/>
                </a:ext>
              </a:extLst>
            </p:cNvPr>
            <p:cNvCxnSpPr>
              <a:cxnSpLocks/>
            </p:cNvCxnSpPr>
            <p:nvPr/>
          </p:nvCxnSpPr>
          <p:spPr>
            <a:xfrm flipV="1">
              <a:off x="347365" y="5022809"/>
              <a:ext cx="0" cy="242218"/>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21" name="TextBox 120">
              <a:extLst>
                <a:ext uri="{FF2B5EF4-FFF2-40B4-BE49-F238E27FC236}">
                  <a16:creationId xmlns:a16="http://schemas.microsoft.com/office/drawing/2014/main" id="{F4D600EE-4DBD-19E8-6D9D-48C0283DA8F6}"/>
                </a:ext>
              </a:extLst>
            </p:cNvPr>
            <p:cNvSpPr txBox="1"/>
            <p:nvPr/>
          </p:nvSpPr>
          <p:spPr>
            <a:xfrm>
              <a:off x="558737" y="3824376"/>
              <a:ext cx="1121503"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1999</a:t>
              </a:r>
            </a:p>
            <a:p>
              <a:r>
                <a:rPr lang="en-US" sz="1000" b="0" dirty="0">
                  <a:solidFill>
                    <a:srgbClr val="231F20"/>
                  </a:solidFill>
                  <a:latin typeface="+mn-lt"/>
                </a:rPr>
                <a:t>Born digital with 14 employees</a:t>
              </a:r>
            </a:p>
          </p:txBody>
        </p:sp>
        <p:sp>
          <p:nvSpPr>
            <p:cNvPr id="122" name="Rectangle 121">
              <a:extLst>
                <a:ext uri="{FF2B5EF4-FFF2-40B4-BE49-F238E27FC236}">
                  <a16:creationId xmlns:a16="http://schemas.microsoft.com/office/drawing/2014/main" id="{0259A6BD-3847-A5EA-1830-C7C829EFDE77}"/>
                </a:ext>
              </a:extLst>
            </p:cNvPr>
            <p:cNvSpPr/>
            <p:nvPr/>
          </p:nvSpPr>
          <p:spPr>
            <a:xfrm>
              <a:off x="282218" y="4905711"/>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3" name="TextBox 122">
              <a:extLst>
                <a:ext uri="{FF2B5EF4-FFF2-40B4-BE49-F238E27FC236}">
                  <a16:creationId xmlns:a16="http://schemas.microsoft.com/office/drawing/2014/main" id="{08EFA9CD-D445-D2F2-3CF4-5566938F3598}"/>
                </a:ext>
              </a:extLst>
            </p:cNvPr>
            <p:cNvSpPr txBox="1"/>
            <p:nvPr/>
          </p:nvSpPr>
          <p:spPr>
            <a:xfrm>
              <a:off x="4456146" y="2168372"/>
              <a:ext cx="694546"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2016</a:t>
              </a:r>
            </a:p>
            <a:p>
              <a:r>
                <a:rPr lang="en-US" sz="1000" dirty="0">
                  <a:latin typeface="+mn-lt"/>
                </a:rPr>
                <a:t>Acquired BlueConch</a:t>
              </a:r>
            </a:p>
          </p:txBody>
        </p:sp>
        <p:cxnSp>
          <p:nvCxnSpPr>
            <p:cNvPr id="124" name="Straight Connector 123">
              <a:extLst>
                <a:ext uri="{FF2B5EF4-FFF2-40B4-BE49-F238E27FC236}">
                  <a16:creationId xmlns:a16="http://schemas.microsoft.com/office/drawing/2014/main" id="{452E2D61-2DA5-33BA-7660-751C184302D9}"/>
                </a:ext>
              </a:extLst>
            </p:cNvPr>
            <p:cNvCxnSpPr>
              <a:cxnSpLocks/>
            </p:cNvCxnSpPr>
            <p:nvPr/>
          </p:nvCxnSpPr>
          <p:spPr>
            <a:xfrm flipV="1">
              <a:off x="4518594" y="2722733"/>
              <a:ext cx="0" cy="87796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25" name="Rectangle 124">
              <a:extLst>
                <a:ext uri="{FF2B5EF4-FFF2-40B4-BE49-F238E27FC236}">
                  <a16:creationId xmlns:a16="http://schemas.microsoft.com/office/drawing/2014/main" id="{A9DFBFA0-F097-6701-8F44-799315248533}"/>
                </a:ext>
              </a:extLst>
            </p:cNvPr>
            <p:cNvSpPr/>
            <p:nvPr/>
          </p:nvSpPr>
          <p:spPr>
            <a:xfrm>
              <a:off x="4456146" y="356514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6" name="TextBox 125">
              <a:extLst>
                <a:ext uri="{FF2B5EF4-FFF2-40B4-BE49-F238E27FC236}">
                  <a16:creationId xmlns:a16="http://schemas.microsoft.com/office/drawing/2014/main" id="{FBBA5C0B-1651-F57E-30D3-115AF2D331FC}"/>
                </a:ext>
              </a:extLst>
            </p:cNvPr>
            <p:cNvSpPr txBox="1"/>
            <p:nvPr/>
          </p:nvSpPr>
          <p:spPr>
            <a:xfrm>
              <a:off x="3913242" y="4141727"/>
              <a:ext cx="1042705"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2014</a:t>
              </a:r>
            </a:p>
            <a:p>
              <a:r>
                <a:rPr lang="en-US" sz="1000" dirty="0">
                  <a:latin typeface="+mn-lt"/>
                </a:rPr>
                <a:t>Acquired Moonraft</a:t>
              </a:r>
            </a:p>
          </p:txBody>
        </p:sp>
        <p:cxnSp>
          <p:nvCxnSpPr>
            <p:cNvPr id="127" name="Straight Connector 126">
              <a:extLst>
                <a:ext uri="{FF2B5EF4-FFF2-40B4-BE49-F238E27FC236}">
                  <a16:creationId xmlns:a16="http://schemas.microsoft.com/office/drawing/2014/main" id="{63CD41AB-0D92-BEE2-7596-7EA232CAF789}"/>
                </a:ext>
              </a:extLst>
            </p:cNvPr>
            <p:cNvCxnSpPr>
              <a:cxnSpLocks/>
            </p:cNvCxnSpPr>
            <p:nvPr/>
          </p:nvCxnSpPr>
          <p:spPr>
            <a:xfrm flipV="1">
              <a:off x="3978390" y="3774999"/>
              <a:ext cx="0" cy="31663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28" name="Rectangle 127">
              <a:extLst>
                <a:ext uri="{FF2B5EF4-FFF2-40B4-BE49-F238E27FC236}">
                  <a16:creationId xmlns:a16="http://schemas.microsoft.com/office/drawing/2014/main" id="{00E394BB-EC58-61CD-F14E-D8B3F4372F74}"/>
                </a:ext>
              </a:extLst>
            </p:cNvPr>
            <p:cNvSpPr/>
            <p:nvPr/>
          </p:nvSpPr>
          <p:spPr>
            <a:xfrm>
              <a:off x="3913242" y="3682467"/>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9" name="TextBox 128">
              <a:extLst>
                <a:ext uri="{FF2B5EF4-FFF2-40B4-BE49-F238E27FC236}">
                  <a16:creationId xmlns:a16="http://schemas.microsoft.com/office/drawing/2014/main" id="{784244BA-20BA-BF54-FA39-1F9476D28A79}"/>
                </a:ext>
              </a:extLst>
            </p:cNvPr>
            <p:cNvSpPr txBox="1"/>
            <p:nvPr/>
          </p:nvSpPr>
          <p:spPr>
            <a:xfrm>
              <a:off x="9355047" y="3612689"/>
              <a:ext cx="2069808" cy="543610"/>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2023</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31F20"/>
                  </a:solidFill>
                  <a:effectLst/>
                  <a:uLnTx/>
                  <a:uFillTx/>
                  <a:latin typeface="+mn-lt"/>
                  <a:ea typeface="+mn-ea"/>
                  <a:cs typeface="+mn-cs"/>
                </a:rPr>
                <a:t>Acquired </a:t>
              </a:r>
              <a:r>
                <a:rPr lang="en-US" sz="1000" b="0" dirty="0">
                  <a:solidFill>
                    <a:srgbClr val="231F20"/>
                  </a:solidFill>
                  <a:latin typeface="+mn-lt"/>
                </a:rPr>
                <a:t>Prodigy Labs, Advantasure and MobileComm</a:t>
              </a:r>
            </a:p>
          </p:txBody>
        </p:sp>
        <p:cxnSp>
          <p:nvCxnSpPr>
            <p:cNvPr id="130" name="Straight Connector 129">
              <a:extLst>
                <a:ext uri="{FF2B5EF4-FFF2-40B4-BE49-F238E27FC236}">
                  <a16:creationId xmlns:a16="http://schemas.microsoft.com/office/drawing/2014/main" id="{D84B7656-8EE1-23E8-4193-D490100A1842}"/>
                </a:ext>
              </a:extLst>
            </p:cNvPr>
            <p:cNvCxnSpPr>
              <a:cxnSpLocks/>
            </p:cNvCxnSpPr>
            <p:nvPr/>
          </p:nvCxnSpPr>
          <p:spPr>
            <a:xfrm flipV="1">
              <a:off x="9392524" y="1813490"/>
              <a:ext cx="0" cy="175165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1" name="Rectangle 130">
              <a:extLst>
                <a:ext uri="{FF2B5EF4-FFF2-40B4-BE49-F238E27FC236}">
                  <a16:creationId xmlns:a16="http://schemas.microsoft.com/office/drawing/2014/main" id="{76C82497-FA69-5489-143B-C565BC8C1A7F}"/>
                </a:ext>
              </a:extLst>
            </p:cNvPr>
            <p:cNvSpPr/>
            <p:nvPr/>
          </p:nvSpPr>
          <p:spPr>
            <a:xfrm>
              <a:off x="9327376" y="172095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32" name="TextBox 131">
              <a:extLst>
                <a:ext uri="{FF2B5EF4-FFF2-40B4-BE49-F238E27FC236}">
                  <a16:creationId xmlns:a16="http://schemas.microsoft.com/office/drawing/2014/main" id="{07E77510-2E98-585E-0A4C-A79860DF2893}"/>
                </a:ext>
              </a:extLst>
            </p:cNvPr>
            <p:cNvSpPr txBox="1"/>
            <p:nvPr/>
          </p:nvSpPr>
          <p:spPr>
            <a:xfrm>
              <a:off x="311003" y="5343842"/>
              <a:ext cx="1454994" cy="673617"/>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1999</a:t>
              </a:r>
            </a:p>
            <a:p>
              <a:pPr>
                <a:spcBef>
                  <a:spcPts val="0"/>
                </a:spcBef>
                <a:spcAft>
                  <a:spcPts val="0"/>
                </a:spcAft>
              </a:pPr>
              <a:r>
                <a:rPr lang="en-US" sz="1000" b="0" dirty="0">
                  <a:solidFill>
                    <a:srgbClr val="231F20"/>
                  </a:solidFill>
                  <a:latin typeface="+mn-lt"/>
                </a:rPr>
                <a:t>Founded in Aliso Viejo, CA and Trivandrum, India</a:t>
              </a:r>
            </a:p>
            <a:p>
              <a:pPr>
                <a:spcBef>
                  <a:spcPts val="300"/>
                </a:spcBef>
                <a:spcAft>
                  <a:spcPts val="0"/>
                </a:spcAft>
              </a:pPr>
              <a:r>
                <a:rPr lang="en-US" sz="1000" b="0" dirty="0">
                  <a:solidFill>
                    <a:srgbClr val="231F20"/>
                  </a:solidFill>
                  <a:latin typeface="+mn-lt"/>
                </a:rPr>
                <a:t>Majority-owned by family </a:t>
              </a:r>
            </a:p>
          </p:txBody>
        </p:sp>
        <p:cxnSp>
          <p:nvCxnSpPr>
            <p:cNvPr id="133" name="Straight Connector 132">
              <a:extLst>
                <a:ext uri="{FF2B5EF4-FFF2-40B4-BE49-F238E27FC236}">
                  <a16:creationId xmlns:a16="http://schemas.microsoft.com/office/drawing/2014/main" id="{70D69EBC-8D18-3E54-729D-F9CF5C7B2AAD}"/>
                </a:ext>
              </a:extLst>
            </p:cNvPr>
            <p:cNvCxnSpPr>
              <a:cxnSpLocks/>
            </p:cNvCxnSpPr>
            <p:nvPr/>
          </p:nvCxnSpPr>
          <p:spPr>
            <a:xfrm flipV="1">
              <a:off x="612773" y="4364780"/>
              <a:ext cx="0" cy="427325"/>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34" name="TextBox 133">
              <a:extLst>
                <a:ext uri="{FF2B5EF4-FFF2-40B4-BE49-F238E27FC236}">
                  <a16:creationId xmlns:a16="http://schemas.microsoft.com/office/drawing/2014/main" id="{1E757634-BD62-54CB-165F-3D5CB4E11B2A}"/>
                </a:ext>
              </a:extLst>
            </p:cNvPr>
            <p:cNvSpPr txBox="1"/>
            <p:nvPr/>
          </p:nvSpPr>
          <p:spPr>
            <a:xfrm>
              <a:off x="5791041" y="4337050"/>
              <a:ext cx="823265" cy="49382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2017</a:t>
              </a:r>
            </a:p>
            <a:p>
              <a:pPr>
                <a:spcAft>
                  <a:spcPts val="200"/>
                </a:spcAft>
                <a:defRPr/>
              </a:pPr>
              <a:r>
                <a:rPr lang="en-US" sz="1000" dirty="0">
                  <a:latin typeface="+mn-lt"/>
                </a:rPr>
                <a:t>Acquired </a:t>
              </a:r>
            </a:p>
            <a:p>
              <a:pPr>
                <a:spcAft>
                  <a:spcPts val="200"/>
                </a:spcAft>
                <a:defRPr/>
              </a:pPr>
              <a:r>
                <a:rPr lang="en-US" sz="1000" dirty="0">
                  <a:latin typeface="+mn-lt"/>
                </a:rPr>
                <a:t>Round Feather </a:t>
              </a:r>
            </a:p>
          </p:txBody>
        </p:sp>
        <p:cxnSp>
          <p:nvCxnSpPr>
            <p:cNvPr id="135" name="Straight Connector 134">
              <a:extLst>
                <a:ext uri="{FF2B5EF4-FFF2-40B4-BE49-F238E27FC236}">
                  <a16:creationId xmlns:a16="http://schemas.microsoft.com/office/drawing/2014/main" id="{4321918B-60F0-3202-4914-E489DA16A9E1}"/>
                </a:ext>
              </a:extLst>
            </p:cNvPr>
            <p:cNvCxnSpPr>
              <a:cxnSpLocks/>
            </p:cNvCxnSpPr>
            <p:nvPr/>
          </p:nvCxnSpPr>
          <p:spPr>
            <a:xfrm flipV="1">
              <a:off x="8318059" y="2372703"/>
              <a:ext cx="0" cy="230202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6" name="TextBox 135">
              <a:extLst>
                <a:ext uri="{FF2B5EF4-FFF2-40B4-BE49-F238E27FC236}">
                  <a16:creationId xmlns:a16="http://schemas.microsoft.com/office/drawing/2014/main" id="{97D6D5A7-5E93-2FE5-CCCE-5F503B7910B2}"/>
                </a:ext>
              </a:extLst>
            </p:cNvPr>
            <p:cNvSpPr txBox="1"/>
            <p:nvPr/>
          </p:nvSpPr>
          <p:spPr>
            <a:xfrm>
              <a:off x="8252912" y="4718698"/>
              <a:ext cx="898710"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algn="l" defTabSz="914400" rtl="0" eaLnBrk="1" latinLnBrk="0" hangingPunct="1"/>
              <a:r>
                <a:rPr lang="en-US" sz="1000" b="0" kern="1200" dirty="0">
                  <a:solidFill>
                    <a:srgbClr val="231F20"/>
                  </a:solidFill>
                  <a:latin typeface="+mn-lt"/>
                  <a:ea typeface="+mn-ea"/>
                  <a:cs typeface="+mn-cs"/>
                </a:rPr>
                <a:t>Revenue of $1B</a:t>
              </a:r>
            </a:p>
          </p:txBody>
        </p:sp>
        <p:sp>
          <p:nvSpPr>
            <p:cNvPr id="137" name="Rectangle 136">
              <a:extLst>
                <a:ext uri="{FF2B5EF4-FFF2-40B4-BE49-F238E27FC236}">
                  <a16:creationId xmlns:a16="http://schemas.microsoft.com/office/drawing/2014/main" id="{79DC88AF-F9CF-D1DF-50C8-702534A074D2}"/>
                </a:ext>
              </a:extLst>
            </p:cNvPr>
            <p:cNvSpPr/>
            <p:nvPr/>
          </p:nvSpPr>
          <p:spPr>
            <a:xfrm>
              <a:off x="547626" y="4794910"/>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38" name="Straight Connector 137">
              <a:extLst>
                <a:ext uri="{FF2B5EF4-FFF2-40B4-BE49-F238E27FC236}">
                  <a16:creationId xmlns:a16="http://schemas.microsoft.com/office/drawing/2014/main" id="{8CC67C57-6D83-342A-694A-EA84C4E4AEFE}"/>
                </a:ext>
              </a:extLst>
            </p:cNvPr>
            <p:cNvCxnSpPr>
              <a:cxnSpLocks/>
            </p:cNvCxnSpPr>
            <p:nvPr/>
          </p:nvCxnSpPr>
          <p:spPr>
            <a:xfrm flipV="1">
              <a:off x="3192402" y="4268929"/>
              <a:ext cx="0" cy="59825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9" name="Rectangle 138">
              <a:extLst>
                <a:ext uri="{FF2B5EF4-FFF2-40B4-BE49-F238E27FC236}">
                  <a16:creationId xmlns:a16="http://schemas.microsoft.com/office/drawing/2014/main" id="{117EE3AD-74AD-BA04-3C25-E8AC1D463C57}"/>
                </a:ext>
              </a:extLst>
            </p:cNvPr>
            <p:cNvSpPr/>
            <p:nvPr/>
          </p:nvSpPr>
          <p:spPr>
            <a:xfrm>
              <a:off x="3136080" y="4137767"/>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0" name="Straight Connector 139">
              <a:extLst>
                <a:ext uri="{FF2B5EF4-FFF2-40B4-BE49-F238E27FC236}">
                  <a16:creationId xmlns:a16="http://schemas.microsoft.com/office/drawing/2014/main" id="{1C55BBE0-E25F-B826-426C-36B38A0A1B8B}"/>
                </a:ext>
              </a:extLst>
            </p:cNvPr>
            <p:cNvCxnSpPr>
              <a:cxnSpLocks/>
            </p:cNvCxnSpPr>
            <p:nvPr/>
          </p:nvCxnSpPr>
          <p:spPr>
            <a:xfrm flipH="1" flipV="1">
              <a:off x="3607017" y="3356422"/>
              <a:ext cx="1567" cy="541702"/>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1" name="Rectangle 140">
              <a:extLst>
                <a:ext uri="{FF2B5EF4-FFF2-40B4-BE49-F238E27FC236}">
                  <a16:creationId xmlns:a16="http://schemas.microsoft.com/office/drawing/2014/main" id="{1631C97C-DCA0-B51A-CE4D-7A4A2F1F3746}"/>
                </a:ext>
              </a:extLst>
            </p:cNvPr>
            <p:cNvSpPr/>
            <p:nvPr/>
          </p:nvSpPr>
          <p:spPr>
            <a:xfrm>
              <a:off x="3543437" y="3893155"/>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r>
                <a:rPr lang="en-US" sz="2000" dirty="0">
                  <a:latin typeface="+mn-lt"/>
                </a:rPr>
                <a:t> </a:t>
              </a:r>
              <a:endParaRPr lang="en-UA" sz="2000" dirty="0">
                <a:latin typeface="+mn-lt"/>
              </a:endParaRPr>
            </a:p>
          </p:txBody>
        </p:sp>
        <p:cxnSp>
          <p:nvCxnSpPr>
            <p:cNvPr id="142" name="Straight Connector 141">
              <a:extLst>
                <a:ext uri="{FF2B5EF4-FFF2-40B4-BE49-F238E27FC236}">
                  <a16:creationId xmlns:a16="http://schemas.microsoft.com/office/drawing/2014/main" id="{E2EEEECB-BF02-0583-1D35-353D2C970477}"/>
                </a:ext>
              </a:extLst>
            </p:cNvPr>
            <p:cNvCxnSpPr>
              <a:cxnSpLocks/>
            </p:cNvCxnSpPr>
            <p:nvPr/>
          </p:nvCxnSpPr>
          <p:spPr>
            <a:xfrm flipV="1">
              <a:off x="5588924" y="3301316"/>
              <a:ext cx="0" cy="2146984"/>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3" name="Rectangle 142">
              <a:extLst>
                <a:ext uri="{FF2B5EF4-FFF2-40B4-BE49-F238E27FC236}">
                  <a16:creationId xmlns:a16="http://schemas.microsoft.com/office/drawing/2014/main" id="{398C9C30-9179-2DAC-69A7-26367419893C}"/>
                </a:ext>
              </a:extLst>
            </p:cNvPr>
            <p:cNvSpPr/>
            <p:nvPr/>
          </p:nvSpPr>
          <p:spPr>
            <a:xfrm>
              <a:off x="5523777" y="3165657"/>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4" name="Straight Connector 143">
              <a:extLst>
                <a:ext uri="{FF2B5EF4-FFF2-40B4-BE49-F238E27FC236}">
                  <a16:creationId xmlns:a16="http://schemas.microsoft.com/office/drawing/2014/main" id="{3BB04775-EB85-ACC0-0BC0-D16CF109C19C}"/>
                </a:ext>
              </a:extLst>
            </p:cNvPr>
            <p:cNvCxnSpPr>
              <a:cxnSpLocks/>
            </p:cNvCxnSpPr>
            <p:nvPr/>
          </p:nvCxnSpPr>
          <p:spPr>
            <a:xfrm flipV="1">
              <a:off x="5852338" y="3038721"/>
              <a:ext cx="3851" cy="125727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5" name="Rectangle 144">
              <a:extLst>
                <a:ext uri="{FF2B5EF4-FFF2-40B4-BE49-F238E27FC236}">
                  <a16:creationId xmlns:a16="http://schemas.microsoft.com/office/drawing/2014/main" id="{3801EDE8-5D34-91A0-1546-F20098EF162D}"/>
                </a:ext>
              </a:extLst>
            </p:cNvPr>
            <p:cNvSpPr/>
            <p:nvPr/>
          </p:nvSpPr>
          <p:spPr>
            <a:xfrm>
              <a:off x="5791041" y="2903061"/>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6" name="Straight Connector 145">
              <a:extLst>
                <a:ext uri="{FF2B5EF4-FFF2-40B4-BE49-F238E27FC236}">
                  <a16:creationId xmlns:a16="http://schemas.microsoft.com/office/drawing/2014/main" id="{BADB63CC-4CB4-621D-370B-5F1490CEB103}"/>
                </a:ext>
              </a:extLst>
            </p:cNvPr>
            <p:cNvCxnSpPr>
              <a:cxnSpLocks/>
            </p:cNvCxnSpPr>
            <p:nvPr/>
          </p:nvCxnSpPr>
          <p:spPr>
            <a:xfrm flipV="1">
              <a:off x="6961081" y="1527412"/>
              <a:ext cx="0" cy="105408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7" name="Rectangle 146">
              <a:extLst>
                <a:ext uri="{FF2B5EF4-FFF2-40B4-BE49-F238E27FC236}">
                  <a16:creationId xmlns:a16="http://schemas.microsoft.com/office/drawing/2014/main" id="{B100082E-16AA-A781-FE13-E3BBFF51AE50}"/>
                </a:ext>
              </a:extLst>
            </p:cNvPr>
            <p:cNvSpPr/>
            <p:nvPr/>
          </p:nvSpPr>
          <p:spPr>
            <a:xfrm>
              <a:off x="6895934" y="2554029"/>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48" name="Rectangle 147">
              <a:extLst>
                <a:ext uri="{FF2B5EF4-FFF2-40B4-BE49-F238E27FC236}">
                  <a16:creationId xmlns:a16="http://schemas.microsoft.com/office/drawing/2014/main" id="{E3087D35-5064-D3F7-24C9-BDAAEDD292A4}"/>
                </a:ext>
              </a:extLst>
            </p:cNvPr>
            <p:cNvSpPr/>
            <p:nvPr/>
          </p:nvSpPr>
          <p:spPr>
            <a:xfrm>
              <a:off x="7545392" y="2418369"/>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9" name="Straight Connector 148">
              <a:extLst>
                <a:ext uri="{FF2B5EF4-FFF2-40B4-BE49-F238E27FC236}">
                  <a16:creationId xmlns:a16="http://schemas.microsoft.com/office/drawing/2014/main" id="{FF203B5C-505C-C257-0EF6-B58D0FA6453C}"/>
                </a:ext>
              </a:extLst>
            </p:cNvPr>
            <p:cNvCxnSpPr>
              <a:cxnSpLocks/>
            </p:cNvCxnSpPr>
            <p:nvPr/>
          </p:nvCxnSpPr>
          <p:spPr>
            <a:xfrm flipV="1">
              <a:off x="7957488" y="2473537"/>
              <a:ext cx="0" cy="266011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0" name="Rectangle 149">
              <a:extLst>
                <a:ext uri="{FF2B5EF4-FFF2-40B4-BE49-F238E27FC236}">
                  <a16:creationId xmlns:a16="http://schemas.microsoft.com/office/drawing/2014/main" id="{2CE2410C-F111-137B-A2BE-84C47D0DE1B8}"/>
                </a:ext>
              </a:extLst>
            </p:cNvPr>
            <p:cNvSpPr/>
            <p:nvPr/>
          </p:nvSpPr>
          <p:spPr>
            <a:xfrm>
              <a:off x="7901885" y="2337877"/>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51" name="Rectangle 150">
              <a:extLst>
                <a:ext uri="{FF2B5EF4-FFF2-40B4-BE49-F238E27FC236}">
                  <a16:creationId xmlns:a16="http://schemas.microsoft.com/office/drawing/2014/main" id="{D163ADF8-1B14-7A70-64C0-0F0207075398}"/>
                </a:ext>
              </a:extLst>
            </p:cNvPr>
            <p:cNvSpPr/>
            <p:nvPr/>
          </p:nvSpPr>
          <p:spPr>
            <a:xfrm>
              <a:off x="8252912" y="2232233"/>
              <a:ext cx="130295" cy="135660"/>
            </a:xfrm>
            <a:prstGeom prst="rect">
              <a:avLst/>
            </a:prstGeom>
            <a:solidFill>
              <a:srgbClr val="01B27C"/>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2" name="Straight Connector 151">
              <a:extLst>
                <a:ext uri="{FF2B5EF4-FFF2-40B4-BE49-F238E27FC236}">
                  <a16:creationId xmlns:a16="http://schemas.microsoft.com/office/drawing/2014/main" id="{71E1CA6E-2EC9-A308-4F7F-574B7D4E024A}"/>
                </a:ext>
              </a:extLst>
            </p:cNvPr>
            <p:cNvCxnSpPr>
              <a:cxnSpLocks/>
            </p:cNvCxnSpPr>
            <p:nvPr/>
          </p:nvCxnSpPr>
          <p:spPr>
            <a:xfrm flipV="1">
              <a:off x="8628269" y="1599829"/>
              <a:ext cx="0" cy="49832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3" name="Rectangle 152">
              <a:extLst>
                <a:ext uri="{FF2B5EF4-FFF2-40B4-BE49-F238E27FC236}">
                  <a16:creationId xmlns:a16="http://schemas.microsoft.com/office/drawing/2014/main" id="{937EE457-49BD-5E79-1B36-86E8B0F63CE3}"/>
                </a:ext>
              </a:extLst>
            </p:cNvPr>
            <p:cNvSpPr/>
            <p:nvPr/>
          </p:nvSpPr>
          <p:spPr>
            <a:xfrm>
              <a:off x="8563122" y="2098158"/>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4" name="Straight Connector 153">
              <a:extLst>
                <a:ext uri="{FF2B5EF4-FFF2-40B4-BE49-F238E27FC236}">
                  <a16:creationId xmlns:a16="http://schemas.microsoft.com/office/drawing/2014/main" id="{4A50ECAD-D866-6219-B662-03DF4D5201D9}"/>
                </a:ext>
              </a:extLst>
            </p:cNvPr>
            <p:cNvCxnSpPr>
              <a:cxnSpLocks/>
            </p:cNvCxnSpPr>
            <p:nvPr/>
          </p:nvCxnSpPr>
          <p:spPr>
            <a:xfrm>
              <a:off x="8962123" y="2107314"/>
              <a:ext cx="0" cy="224043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5" name="Rectangle 154">
              <a:extLst>
                <a:ext uri="{FF2B5EF4-FFF2-40B4-BE49-F238E27FC236}">
                  <a16:creationId xmlns:a16="http://schemas.microsoft.com/office/drawing/2014/main" id="{3F3C7F4B-1C35-A9E1-6777-BAF5EA97B03B}"/>
                </a:ext>
              </a:extLst>
            </p:cNvPr>
            <p:cNvSpPr/>
            <p:nvPr/>
          </p:nvSpPr>
          <p:spPr>
            <a:xfrm>
              <a:off x="8896975" y="1971654"/>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56" name="TextBox 155">
              <a:extLst>
                <a:ext uri="{FF2B5EF4-FFF2-40B4-BE49-F238E27FC236}">
                  <a16:creationId xmlns:a16="http://schemas.microsoft.com/office/drawing/2014/main" id="{F8379B43-2831-2D20-8B82-D6441D50E69C}"/>
                </a:ext>
              </a:extLst>
            </p:cNvPr>
            <p:cNvSpPr txBox="1"/>
            <p:nvPr/>
          </p:nvSpPr>
          <p:spPr>
            <a:xfrm>
              <a:off x="9873206" y="2853795"/>
              <a:ext cx="1908886" cy="712887"/>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2024</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i="0" u="none" strike="noStrike" kern="1200" cap="none" spc="0" normalizeH="0" baseline="0" noProof="0" dirty="0">
                  <a:ln>
                    <a:noFill/>
                  </a:ln>
                  <a:solidFill>
                    <a:srgbClr val="231F20"/>
                  </a:solidFill>
                  <a:effectLst/>
                  <a:uLnTx/>
                  <a:uFillTx/>
                  <a:latin typeface="+mn-lt"/>
                  <a:ea typeface="+mn-ea"/>
                  <a:cs typeface="+mn-cs"/>
                </a:rPr>
                <a:t>Acquired </a:t>
              </a:r>
              <a:r>
                <a:rPr lang="en-US" sz="1000" dirty="0">
                  <a:solidFill>
                    <a:srgbClr val="231F20"/>
                  </a:solidFill>
                  <a:latin typeface="+mn-lt"/>
                </a:rPr>
                <a:t>Leonardo, Strativity Group, Endeavor, Consulting Group and Interpres Security</a:t>
              </a:r>
            </a:p>
          </p:txBody>
        </p:sp>
        <p:cxnSp>
          <p:nvCxnSpPr>
            <p:cNvPr id="157" name="Straight Connector 156">
              <a:extLst>
                <a:ext uri="{FF2B5EF4-FFF2-40B4-BE49-F238E27FC236}">
                  <a16:creationId xmlns:a16="http://schemas.microsoft.com/office/drawing/2014/main" id="{628F4793-DE83-B79B-BA09-F9A12FD28DF1}"/>
                </a:ext>
              </a:extLst>
            </p:cNvPr>
            <p:cNvCxnSpPr>
              <a:cxnSpLocks/>
            </p:cNvCxnSpPr>
            <p:nvPr/>
          </p:nvCxnSpPr>
          <p:spPr>
            <a:xfrm flipV="1">
              <a:off x="9933844" y="1475780"/>
              <a:ext cx="0" cy="134360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8" name="Rectangle 157">
              <a:extLst>
                <a:ext uri="{FF2B5EF4-FFF2-40B4-BE49-F238E27FC236}">
                  <a16:creationId xmlns:a16="http://schemas.microsoft.com/office/drawing/2014/main" id="{4DA65805-09D0-DA3C-E299-C929B8E15EB3}"/>
                </a:ext>
              </a:extLst>
            </p:cNvPr>
            <p:cNvSpPr/>
            <p:nvPr/>
          </p:nvSpPr>
          <p:spPr>
            <a:xfrm>
              <a:off x="9868697" y="138324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9" name="Straight Connector 158">
              <a:extLst>
                <a:ext uri="{FF2B5EF4-FFF2-40B4-BE49-F238E27FC236}">
                  <a16:creationId xmlns:a16="http://schemas.microsoft.com/office/drawing/2014/main" id="{0B5DEACB-FFF4-0F0B-67E9-F52FAFC54DF9}"/>
                </a:ext>
              </a:extLst>
            </p:cNvPr>
            <p:cNvCxnSpPr>
              <a:cxnSpLocks/>
            </p:cNvCxnSpPr>
            <p:nvPr/>
          </p:nvCxnSpPr>
          <p:spPr>
            <a:xfrm flipV="1">
              <a:off x="10319618" y="1232240"/>
              <a:ext cx="0" cy="48871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0" name="Rectangle 159">
              <a:extLst>
                <a:ext uri="{FF2B5EF4-FFF2-40B4-BE49-F238E27FC236}">
                  <a16:creationId xmlns:a16="http://schemas.microsoft.com/office/drawing/2014/main" id="{EA004CC4-E298-5D39-D7EC-9ED37CB9C75B}"/>
                </a:ext>
              </a:extLst>
            </p:cNvPr>
            <p:cNvSpPr/>
            <p:nvPr/>
          </p:nvSpPr>
          <p:spPr>
            <a:xfrm>
              <a:off x="10254471" y="1096580"/>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61" name="TextBox 160">
              <a:extLst>
                <a:ext uri="{FF2B5EF4-FFF2-40B4-BE49-F238E27FC236}">
                  <a16:creationId xmlns:a16="http://schemas.microsoft.com/office/drawing/2014/main" id="{DB278775-FBD3-53FD-B41C-02055806733A}"/>
                </a:ext>
              </a:extLst>
            </p:cNvPr>
            <p:cNvSpPr txBox="1"/>
            <p:nvPr/>
          </p:nvSpPr>
          <p:spPr>
            <a:xfrm>
              <a:off x="10277563" y="1744611"/>
              <a:ext cx="1640366" cy="907813"/>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2025</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Majority stake in Italdesign</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Acquired Modus </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Semicon manufacturing </a:t>
              </a:r>
              <a:br>
                <a:rPr lang="en-US" sz="1000" b="1" dirty="0">
                  <a:solidFill>
                    <a:srgbClr val="231F20"/>
                  </a:solidFill>
                  <a:latin typeface="+mn-lt"/>
                </a:rPr>
              </a:br>
              <a:r>
                <a:rPr lang="en-US" sz="1000" b="1" dirty="0">
                  <a:solidFill>
                    <a:srgbClr val="231F20"/>
                  </a:solidFill>
                  <a:latin typeface="+mn-lt"/>
                </a:rPr>
                <a:t>JV with Kaynes Semicon</a:t>
              </a:r>
            </a:p>
          </p:txBody>
        </p:sp>
        <p:grpSp>
          <p:nvGrpSpPr>
            <p:cNvPr id="162" name="Group 161">
              <a:extLst>
                <a:ext uri="{FF2B5EF4-FFF2-40B4-BE49-F238E27FC236}">
                  <a16:creationId xmlns:a16="http://schemas.microsoft.com/office/drawing/2014/main" id="{8A69292E-6D67-5831-A4E4-A1BCCDE2540C}"/>
                </a:ext>
              </a:extLst>
            </p:cNvPr>
            <p:cNvGrpSpPr/>
            <p:nvPr/>
          </p:nvGrpSpPr>
          <p:grpSpPr>
            <a:xfrm>
              <a:off x="10027616" y="4864524"/>
              <a:ext cx="1801302" cy="1141537"/>
              <a:chOff x="10086044" y="4843757"/>
              <a:chExt cx="1801302" cy="1141537"/>
            </a:xfrm>
          </p:grpSpPr>
          <p:sp>
            <p:nvSpPr>
              <p:cNvPr id="166" name="Rectangle 165">
                <a:extLst>
                  <a:ext uri="{FF2B5EF4-FFF2-40B4-BE49-F238E27FC236}">
                    <a16:creationId xmlns:a16="http://schemas.microsoft.com/office/drawing/2014/main" id="{007896A5-91C5-14C9-44A1-C29F1D67D00C}"/>
                  </a:ext>
                </a:extLst>
              </p:cNvPr>
              <p:cNvSpPr/>
              <p:nvPr userDrawn="1"/>
            </p:nvSpPr>
            <p:spPr>
              <a:xfrm>
                <a:off x="10086044" y="4843757"/>
                <a:ext cx="1801302" cy="1141537"/>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800">
                  <a:latin typeface="+mn-lt"/>
                </a:endParaRPr>
              </a:p>
            </p:txBody>
          </p:sp>
          <p:grpSp>
            <p:nvGrpSpPr>
              <p:cNvPr id="167" name="Group 166">
                <a:extLst>
                  <a:ext uri="{FF2B5EF4-FFF2-40B4-BE49-F238E27FC236}">
                    <a16:creationId xmlns:a16="http://schemas.microsoft.com/office/drawing/2014/main" id="{D43F4E28-CE7B-07E1-01A9-B491FEE77644}"/>
                  </a:ext>
                </a:extLst>
              </p:cNvPr>
              <p:cNvGrpSpPr/>
              <p:nvPr userDrawn="1"/>
            </p:nvGrpSpPr>
            <p:grpSpPr>
              <a:xfrm>
                <a:off x="10299557" y="5015198"/>
                <a:ext cx="1376943" cy="190821"/>
                <a:chOff x="10377348" y="4992493"/>
                <a:chExt cx="1376943" cy="190821"/>
              </a:xfrm>
            </p:grpSpPr>
            <p:sp>
              <p:nvSpPr>
                <p:cNvPr id="182" name="TextBox 181">
                  <a:extLst>
                    <a:ext uri="{FF2B5EF4-FFF2-40B4-BE49-F238E27FC236}">
                      <a16:creationId xmlns:a16="http://schemas.microsoft.com/office/drawing/2014/main" id="{E98217DA-F762-DE3B-BE72-2F4ED624C4E9}"/>
                    </a:ext>
                  </a:extLst>
                </p:cNvPr>
                <p:cNvSpPr txBox="1"/>
                <p:nvPr/>
              </p:nvSpPr>
              <p:spPr>
                <a:xfrm>
                  <a:off x="10540817" y="4992493"/>
                  <a:ext cx="121347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Corporate milestones</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183" name="Rectangle 182">
                  <a:extLst>
                    <a:ext uri="{FF2B5EF4-FFF2-40B4-BE49-F238E27FC236}">
                      <a16:creationId xmlns:a16="http://schemas.microsoft.com/office/drawing/2014/main" id="{91A9A499-8DF3-C2FA-63F4-013208BF397B}"/>
                    </a:ext>
                  </a:extLst>
                </p:cNvPr>
                <p:cNvSpPr/>
                <p:nvPr/>
              </p:nvSpPr>
              <p:spPr>
                <a:xfrm>
                  <a:off x="10377348" y="5037611"/>
                  <a:ext cx="100584" cy="100584"/>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68" name="Group 167">
                <a:extLst>
                  <a:ext uri="{FF2B5EF4-FFF2-40B4-BE49-F238E27FC236}">
                    <a16:creationId xmlns:a16="http://schemas.microsoft.com/office/drawing/2014/main" id="{66AD25DE-1F12-51D2-ECA9-D1C823ACDDC4}"/>
                  </a:ext>
                </a:extLst>
              </p:cNvPr>
              <p:cNvGrpSpPr/>
              <p:nvPr userDrawn="1"/>
            </p:nvGrpSpPr>
            <p:grpSpPr>
              <a:xfrm>
                <a:off x="10299557" y="5223595"/>
                <a:ext cx="655591" cy="190821"/>
                <a:chOff x="10377348" y="5265668"/>
                <a:chExt cx="655591" cy="190821"/>
              </a:xfrm>
            </p:grpSpPr>
            <p:sp>
              <p:nvSpPr>
                <p:cNvPr id="180" name="TextBox 179">
                  <a:extLst>
                    <a:ext uri="{FF2B5EF4-FFF2-40B4-BE49-F238E27FC236}">
                      <a16:creationId xmlns:a16="http://schemas.microsoft.com/office/drawing/2014/main" id="{9CD89897-A86F-AD04-0D5A-2B32DFDF40DB}"/>
                    </a:ext>
                  </a:extLst>
                </p:cNvPr>
                <p:cNvSpPr txBox="1"/>
                <p:nvPr/>
              </p:nvSpPr>
              <p:spPr>
                <a:xfrm>
                  <a:off x="10540817" y="5265668"/>
                  <a:ext cx="492122"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Offerings</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181" name="Rectangle 180">
                  <a:extLst>
                    <a:ext uri="{FF2B5EF4-FFF2-40B4-BE49-F238E27FC236}">
                      <a16:creationId xmlns:a16="http://schemas.microsoft.com/office/drawing/2014/main" id="{C0486D69-53C5-D3C9-9BFE-F7197EEF54EE}"/>
                    </a:ext>
                  </a:extLst>
                </p:cNvPr>
                <p:cNvSpPr/>
                <p:nvPr/>
              </p:nvSpPr>
              <p:spPr>
                <a:xfrm>
                  <a:off x="10377348" y="5310786"/>
                  <a:ext cx="100584" cy="100584"/>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69" name="Group 168">
                <a:extLst>
                  <a:ext uri="{FF2B5EF4-FFF2-40B4-BE49-F238E27FC236}">
                    <a16:creationId xmlns:a16="http://schemas.microsoft.com/office/drawing/2014/main" id="{745D29E5-D644-83DD-DA54-529B17152EE9}"/>
                  </a:ext>
                </a:extLst>
              </p:cNvPr>
              <p:cNvGrpSpPr/>
              <p:nvPr userDrawn="1"/>
            </p:nvGrpSpPr>
            <p:grpSpPr>
              <a:xfrm>
                <a:off x="10299557" y="5431992"/>
                <a:ext cx="758184" cy="190821"/>
                <a:chOff x="10377348" y="5538843"/>
                <a:chExt cx="758184" cy="190821"/>
              </a:xfrm>
            </p:grpSpPr>
            <p:sp>
              <p:nvSpPr>
                <p:cNvPr id="178" name="TextBox 177">
                  <a:extLst>
                    <a:ext uri="{FF2B5EF4-FFF2-40B4-BE49-F238E27FC236}">
                      <a16:creationId xmlns:a16="http://schemas.microsoft.com/office/drawing/2014/main" id="{6CD2FBA4-B5E9-37DB-0085-3C57266E3B0F}"/>
                    </a:ext>
                  </a:extLst>
                </p:cNvPr>
                <p:cNvSpPr txBox="1"/>
                <p:nvPr/>
              </p:nvSpPr>
              <p:spPr>
                <a:xfrm>
                  <a:off x="10540817" y="5538843"/>
                  <a:ext cx="594715"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Employees</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179" name="Rectangle 178">
                  <a:extLst>
                    <a:ext uri="{FF2B5EF4-FFF2-40B4-BE49-F238E27FC236}">
                      <a16:creationId xmlns:a16="http://schemas.microsoft.com/office/drawing/2014/main" id="{0812FC8C-2842-76D5-1499-93504E0A5CCA}"/>
                    </a:ext>
                  </a:extLst>
                </p:cNvPr>
                <p:cNvSpPr/>
                <p:nvPr/>
              </p:nvSpPr>
              <p:spPr>
                <a:xfrm>
                  <a:off x="10377348" y="5583961"/>
                  <a:ext cx="100584" cy="100584"/>
                </a:xfrm>
                <a:prstGeom prst="rect">
                  <a:avLst/>
                </a:prstGeom>
                <a:solidFill>
                  <a:schemeClr val="accent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75" name="Group 174">
                <a:extLst>
                  <a:ext uri="{FF2B5EF4-FFF2-40B4-BE49-F238E27FC236}">
                    <a16:creationId xmlns:a16="http://schemas.microsoft.com/office/drawing/2014/main" id="{C49BEE36-DF29-CD4A-6B04-2865919F0FAF}"/>
                  </a:ext>
                </a:extLst>
              </p:cNvPr>
              <p:cNvGrpSpPr/>
              <p:nvPr userDrawn="1"/>
            </p:nvGrpSpPr>
            <p:grpSpPr>
              <a:xfrm>
                <a:off x="10299557" y="5640390"/>
                <a:ext cx="1035503" cy="190821"/>
                <a:chOff x="10377348" y="5819712"/>
                <a:chExt cx="1035503" cy="190821"/>
              </a:xfrm>
            </p:grpSpPr>
            <p:sp>
              <p:nvSpPr>
                <p:cNvPr id="176" name="TextBox 175">
                  <a:extLst>
                    <a:ext uri="{FF2B5EF4-FFF2-40B4-BE49-F238E27FC236}">
                      <a16:creationId xmlns:a16="http://schemas.microsoft.com/office/drawing/2014/main" id="{CC875511-33AA-84B2-8CFA-A919969C261A}"/>
                    </a:ext>
                  </a:extLst>
                </p:cNvPr>
                <p:cNvSpPr txBox="1"/>
                <p:nvPr/>
              </p:nvSpPr>
              <p:spPr>
                <a:xfrm>
                  <a:off x="10540817" y="5819712"/>
                  <a:ext cx="87203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Annual Revenue</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177" name="Rectangle 176">
                  <a:extLst>
                    <a:ext uri="{FF2B5EF4-FFF2-40B4-BE49-F238E27FC236}">
                      <a16:creationId xmlns:a16="http://schemas.microsoft.com/office/drawing/2014/main" id="{F166A78C-7DD6-1026-D6BB-9B057F5E0B4A}"/>
                    </a:ext>
                  </a:extLst>
                </p:cNvPr>
                <p:cNvSpPr/>
                <p:nvPr/>
              </p:nvSpPr>
              <p:spPr>
                <a:xfrm>
                  <a:off x="10377348" y="5864830"/>
                  <a:ext cx="100584" cy="100584"/>
                </a:xfrm>
                <a:prstGeom prst="rect">
                  <a:avLst/>
                </a:prstGeom>
                <a:solidFill>
                  <a:schemeClr val="accent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sp>
          <p:nvSpPr>
            <p:cNvPr id="163" name="TextBox 162">
              <a:extLst>
                <a:ext uri="{FF2B5EF4-FFF2-40B4-BE49-F238E27FC236}">
                  <a16:creationId xmlns:a16="http://schemas.microsoft.com/office/drawing/2014/main" id="{62537DB6-9028-93EA-4F68-0DE22B1C2C9F}"/>
                </a:ext>
              </a:extLst>
            </p:cNvPr>
            <p:cNvSpPr txBox="1"/>
            <p:nvPr/>
          </p:nvSpPr>
          <p:spPr>
            <a:xfrm>
              <a:off x="10620155" y="1068657"/>
              <a:ext cx="1211516" cy="543610"/>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2025</a:t>
              </a:r>
            </a:p>
            <a:p>
              <a:pPr>
                <a:lnSpc>
                  <a:spcPct val="110000"/>
                </a:lnSpc>
                <a:spcBef>
                  <a:spcPts val="0"/>
                </a:spcBef>
                <a:spcAft>
                  <a:spcPts val="100"/>
                </a:spcAft>
              </a:pPr>
              <a:r>
                <a:rPr lang="en-US" sz="1000" b="1" dirty="0"/>
                <a:t>Trained 25,000+ </a:t>
              </a:r>
              <a:br>
                <a:rPr lang="en-US" sz="1000" b="1" dirty="0"/>
              </a:br>
              <a:r>
                <a:rPr lang="en-US" sz="1000" b="1" dirty="0"/>
                <a:t>employees in Gen AI</a:t>
              </a:r>
            </a:p>
          </p:txBody>
        </p:sp>
        <p:cxnSp>
          <p:nvCxnSpPr>
            <p:cNvPr id="164" name="Straight Connector 163">
              <a:extLst>
                <a:ext uri="{FF2B5EF4-FFF2-40B4-BE49-F238E27FC236}">
                  <a16:creationId xmlns:a16="http://schemas.microsoft.com/office/drawing/2014/main" id="{47A9C115-B4BE-7B55-D46A-DA6D7836143B}"/>
                </a:ext>
              </a:extLst>
            </p:cNvPr>
            <p:cNvCxnSpPr>
              <a:cxnSpLocks/>
            </p:cNvCxnSpPr>
            <p:nvPr/>
          </p:nvCxnSpPr>
          <p:spPr>
            <a:xfrm flipV="1">
              <a:off x="10657755" y="941727"/>
              <a:ext cx="0" cy="10602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5" name="Rectangle 164">
              <a:extLst>
                <a:ext uri="{FF2B5EF4-FFF2-40B4-BE49-F238E27FC236}">
                  <a16:creationId xmlns:a16="http://schemas.microsoft.com/office/drawing/2014/main" id="{50FB0BA6-D59A-24A8-265A-73441CB46B91}"/>
                </a:ext>
              </a:extLst>
            </p:cNvPr>
            <p:cNvSpPr/>
            <p:nvPr/>
          </p:nvSpPr>
          <p:spPr>
            <a:xfrm>
              <a:off x="10593031" y="816784"/>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grpSp>
    </p:spTree>
    <p:extLst>
      <p:ext uri="{BB962C8B-B14F-4D97-AF65-F5344CB8AC3E}">
        <p14:creationId xmlns:p14="http://schemas.microsoft.com/office/powerpoint/2010/main" val="177049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1">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latin typeface="Aptos Light" panose="020B0004020202020204" pitchFamily="34" charset="0"/>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dirty="0"/>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6546" userDrawn="1">
          <p15:clr>
            <a:srgbClr val="FBAE40"/>
          </p15:clr>
        </p15:guide>
        <p15:guide id="3" orient="horz" pos="776" userDrawn="1">
          <p15:clr>
            <a:srgbClr val="FBAE40"/>
          </p15:clr>
        </p15:guide>
        <p15:guide id="4" pos="7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2">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latin typeface="Aptos Light" panose="020B0004020202020204" pitchFamily="34" charset="0"/>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3">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211030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24337768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9" name="UST" descr="UST">
            <a:extLst>
              <a:ext uri="{FF2B5EF4-FFF2-40B4-BE49-F238E27FC236}">
                <a16:creationId xmlns:a16="http://schemas.microsoft.com/office/drawing/2014/main" id="{6F560B5D-F430-7088-D59F-7B7BA25ED293}"/>
              </a:ext>
            </a:extLst>
          </p:cNvPr>
          <p:cNvSpPr>
            <a:spLocks noChangeAspect="1" noEditPoints="1"/>
          </p:cNvSpPr>
          <p:nvPr userDrawn="1"/>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cxnSp>
        <p:nvCxnSpPr>
          <p:cNvPr id="11" name="Straight Connector 10">
            <a:extLst>
              <a:ext uri="{FF2B5EF4-FFF2-40B4-BE49-F238E27FC236}">
                <a16:creationId xmlns:a16="http://schemas.microsoft.com/office/drawing/2014/main" id="{7DE9729B-D502-0D7F-154E-21A46B3FCB08}"/>
              </a:ext>
            </a:extLst>
          </p:cNvPr>
          <p:cNvCxnSpPr>
            <a:cxnSpLocks/>
          </p:cNvCxnSpPr>
          <p:nvPr userDrawn="1"/>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25913100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5">
    <p:bg>
      <p:bgRef idx="1001">
        <a:schemeClr val="bg1"/>
      </p:bgRef>
    </p:bg>
    <p:spTree>
      <p:nvGrpSpPr>
        <p:cNvPr id="1" name=""/>
        <p:cNvGrpSpPr/>
        <p:nvPr/>
      </p:nvGrpSpPr>
      <p:grpSpPr>
        <a:xfrm>
          <a:off x="0" y="0"/>
          <a:ext cx="0" cy="0"/>
          <a:chOff x="0" y="0"/>
          <a:chExt cx="0" cy="0"/>
        </a:xfrm>
      </p:grpSpPr>
      <p:pic>
        <p:nvPicPr>
          <p:cNvPr id="4" name="Picture Placeholder 9" descr="A picture containing sky, water, outdoor&#10;&#10;Description automatically generated">
            <a:extLst>
              <a:ext uri="{FF2B5EF4-FFF2-40B4-BE49-F238E27FC236}">
                <a16:creationId xmlns:a16="http://schemas.microsoft.com/office/drawing/2014/main" id="{EDFC6823-FF63-4F4F-9127-CAA6E3928ED0}"/>
              </a:ext>
            </a:extLst>
          </p:cNvPr>
          <p:cNvPicPr>
            <a:picLocks noChangeAspect="1"/>
          </p:cNvPicPr>
          <p:nvPr userDrawn="1"/>
        </p:nvPicPr>
        <p:blipFill rotWithShape="1">
          <a:blip r:embed="rId2"/>
          <a:srcRect l="74" r="3839" b="3765"/>
          <a:stretch/>
        </p:blipFill>
        <p:spPr>
          <a:xfrm>
            <a:off x="0" y="0"/>
            <a:ext cx="12192000" cy="6856413"/>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Aptos Light" panose="020B0004020202020204" pitchFamily="34" charset="0"/>
            </a:endParaRPr>
          </a:p>
        </p:txBody>
      </p:sp>
    </p:spTree>
    <p:extLst>
      <p:ext uri="{BB962C8B-B14F-4D97-AF65-F5344CB8AC3E}">
        <p14:creationId xmlns:p14="http://schemas.microsoft.com/office/powerpoint/2010/main" val="4985682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5">
    <p:bg>
      <p:bgRef idx="1001">
        <a:schemeClr val="bg1"/>
      </p:bgRef>
    </p:bg>
    <p:spTree>
      <p:nvGrpSpPr>
        <p:cNvPr id="1" name=""/>
        <p:cNvGrpSpPr/>
        <p:nvPr/>
      </p:nvGrpSpPr>
      <p:grpSpPr>
        <a:xfrm>
          <a:off x="0" y="0"/>
          <a:ext cx="0" cy="0"/>
          <a:chOff x="0" y="0"/>
          <a:chExt cx="0" cy="0"/>
        </a:xfrm>
      </p:grpSpPr>
      <p:pic>
        <p:nvPicPr>
          <p:cNvPr id="14" name="Picture 13" descr="A person and person looking at a tablet&#10;&#10;Description automatically generated">
            <a:extLst>
              <a:ext uri="{FF2B5EF4-FFF2-40B4-BE49-F238E27FC236}">
                <a16:creationId xmlns:a16="http://schemas.microsoft.com/office/drawing/2014/main" id="{286D4F5F-2143-7413-017A-1D4DC62ACD6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041" r="2041"/>
          <a:stretch/>
        </p:blipFill>
        <p:spPr>
          <a:xfrm>
            <a:off x="0" y="0"/>
            <a:ext cx="12192000" cy="6858000"/>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Aptos Light" panose="020B0004020202020204" pitchFamily="34" charset="0"/>
            </a:endParaRPr>
          </a:p>
        </p:txBody>
      </p:sp>
    </p:spTree>
    <p:extLst>
      <p:ext uri="{BB962C8B-B14F-4D97-AF65-F5344CB8AC3E}">
        <p14:creationId xmlns:p14="http://schemas.microsoft.com/office/powerpoint/2010/main" val="32559152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7">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4" name="UST" descr="UST">
            <a:extLst>
              <a:ext uri="{FF2B5EF4-FFF2-40B4-BE49-F238E27FC236}">
                <a16:creationId xmlns:a16="http://schemas.microsoft.com/office/drawing/2014/main" id="{D64FE565-A979-A6FD-86C3-B897AC101905}"/>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Tree>
    <p:extLst>
      <p:ext uri="{BB962C8B-B14F-4D97-AF65-F5344CB8AC3E}">
        <p14:creationId xmlns:p14="http://schemas.microsoft.com/office/powerpoint/2010/main" val="15216395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8">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8"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959487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9959188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2" name="UST" descr="UST">
            <a:extLst>
              <a:ext uri="{FF2B5EF4-FFF2-40B4-BE49-F238E27FC236}">
                <a16:creationId xmlns:a16="http://schemas.microsoft.com/office/drawing/2014/main" id="{61ECC60D-8478-8819-B2C5-E76BC9CEC548}"/>
              </a:ext>
            </a:extLst>
          </p:cNvPr>
          <p:cNvSpPr>
            <a:spLocks noChangeAspect="1" noEditPoints="1"/>
          </p:cNvSpPr>
          <p:nvPr userDrawn="1"/>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cxnSp>
        <p:nvCxnSpPr>
          <p:cNvPr id="4" name="Straight Connector 3">
            <a:extLst>
              <a:ext uri="{FF2B5EF4-FFF2-40B4-BE49-F238E27FC236}">
                <a16:creationId xmlns:a16="http://schemas.microsoft.com/office/drawing/2014/main" id="{5CA66234-B48E-5445-1A41-1E32BEFDE005}"/>
              </a:ext>
            </a:extLst>
          </p:cNvPr>
          <p:cNvCxnSpPr>
            <a:cxnSpLocks/>
          </p:cNvCxnSpPr>
          <p:nvPr userDrawn="1"/>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38204152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with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atin typeface="Aptos Light" panose="020B0004020202020204" pitchFamily="34" charset="0"/>
              </a:defRPr>
            </a:lvl1pPr>
          </a:lstStyle>
          <a:p>
            <a:r>
              <a:rPr lang="en-US" dirty="0"/>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atin typeface="Aptos Light" panose="020B0004020202020204" pitchFamily="34" charset="0"/>
              </a:defRPr>
            </a:lvl1pPr>
            <a:lvl2pPr marL="182880" indent="0">
              <a:buNone/>
              <a:defRPr>
                <a:latin typeface="Aptos Light" panose="020B0004020202020204" pitchFamily="34" charset="0"/>
              </a:defRPr>
            </a:lvl2pPr>
            <a:lvl3pPr marL="365760" indent="0">
              <a:buNone/>
              <a:defRPr/>
            </a:lvl3pPr>
            <a:lvl4pPr marL="548640" indent="0">
              <a:buNone/>
              <a:defRPr/>
            </a:lvl4pPr>
            <a:lvl5pPr marL="731520" indent="0">
              <a:buNone/>
              <a:defRPr/>
            </a:lvl5pPr>
          </a:lstStyle>
          <a:p>
            <a:r>
              <a:rPr lang="en-US" dirty="0"/>
              <a:t>Agenda items are Aptos Light 18pt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with Photo 2">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6989128" y="3192779"/>
            <a:ext cx="4389385" cy="2845003"/>
          </a:xfrm>
        </p:spPr>
        <p:txBody>
          <a:bodyPr>
            <a:noAutofit/>
          </a:bodyPr>
          <a:lstStyle>
            <a:lvl1pPr marL="0" marR="0" indent="0" algn="l" defTabSz="914400" rtl="0" eaLnBrk="1" fontAlgn="auto" latinLnBrk="0" hangingPunct="1">
              <a:lnSpc>
                <a:spcPct val="100000"/>
              </a:lnSpc>
              <a:spcBef>
                <a:spcPts val="0"/>
              </a:spcBef>
              <a:spcAft>
                <a:spcPts val="600"/>
              </a:spcAft>
              <a:buClrTx/>
              <a:buSzTx/>
              <a:buFontTx/>
              <a:buNone/>
              <a:tabLst>
                <a:tab pos="5254625" algn="r"/>
              </a:tabLst>
              <a:defRPr sz="1600"/>
            </a:lvl1pPr>
            <a:lvl2pPr marL="182880" indent="0">
              <a:spcBef>
                <a:spcPts val="0"/>
              </a:spcBef>
              <a:spcAft>
                <a:spcPts val="600"/>
              </a:spcAft>
              <a:buNone/>
              <a:defRPr sz="1600"/>
            </a:lvl2pPr>
            <a:lvl3pPr marL="365760" indent="0">
              <a:buNone/>
              <a:defRPr/>
            </a:lvl3pPr>
            <a:lvl4pPr marL="548640" indent="0">
              <a:buNone/>
              <a:defRPr/>
            </a:lvl4pPr>
            <a:lvl5pPr marL="731520" indent="0">
              <a:buNone/>
              <a:defRPr/>
            </a:lvl5pPr>
          </a:lstStyle>
          <a:p>
            <a:r>
              <a:rPr lang="en-US" dirty="0"/>
              <a:t>Agenda items are Aptos Regular 16pt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
        <p:nvSpPr>
          <p:cNvPr id="7" name="Rectangle 6">
            <a:extLst>
              <a:ext uri="{FF2B5EF4-FFF2-40B4-BE49-F238E27FC236}">
                <a16:creationId xmlns:a16="http://schemas.microsoft.com/office/drawing/2014/main" id="{E0F7C84E-F8B1-08E4-D431-775DCC945E9A}"/>
              </a:ext>
            </a:extLst>
          </p:cNvPr>
          <p:cNvSpPr/>
          <p:nvPr userDrawn="1"/>
        </p:nvSpPr>
        <p:spPr>
          <a:xfrm>
            <a:off x="3781425" y="0"/>
            <a:ext cx="2880000" cy="288000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4099605" y="571500"/>
            <a:ext cx="2243640" cy="708660"/>
          </a:xfrm>
        </p:spPr>
        <p:txBody>
          <a:bodyPr/>
          <a:lstStyle>
            <a:lvl1pPr>
              <a:defRPr>
                <a:solidFill>
                  <a:schemeClr val="bg1"/>
                </a:solidFill>
              </a:defRPr>
            </a:lvl1pPr>
          </a:lstStyle>
          <a:p>
            <a:r>
              <a:rPr lang="en-US" dirty="0"/>
              <a:t>Agenda</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813486" y="1521683"/>
            <a:ext cx="4653864" cy="4650517"/>
          </a:xfrm>
          <a:solidFill>
            <a:srgbClr val="D7E0E3"/>
          </a:solidFill>
        </p:spPr>
        <p:txBody>
          <a:bodyPr anchor="ctr" anchorCtr="0">
            <a:normAutofit/>
          </a:bodyPr>
          <a:lstStyle>
            <a:lvl1pPr marL="0" indent="0" algn="ctr">
              <a:buNone/>
              <a:defRPr sz="1200"/>
            </a:lvl1pPr>
          </a:lstStyle>
          <a:p>
            <a:r>
              <a:rPr lang="en-US" dirty="0"/>
              <a:t>[Click icon to insert photo]</a:t>
            </a:r>
          </a:p>
        </p:txBody>
      </p:sp>
    </p:spTree>
    <p:extLst>
      <p:ext uri="{BB962C8B-B14F-4D97-AF65-F5344CB8AC3E}">
        <p14:creationId xmlns:p14="http://schemas.microsoft.com/office/powerpoint/2010/main" val="114596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userDrawn="1">
          <p15:clr>
            <a:srgbClr val="FBAE40"/>
          </p15:clr>
        </p15:guide>
        <p15:guide id="2" pos="2700" userDrawn="1">
          <p15:clr>
            <a:srgbClr val="FBAE40"/>
          </p15:clr>
        </p15:guide>
        <p15:guide id="3" orient="horz" pos="1266" userDrawn="1">
          <p15:clr>
            <a:srgbClr val="FBAE40"/>
          </p15:clr>
        </p15:guide>
        <p15:guide id="5" orient="horz" pos="4148">
          <p15:clr>
            <a:srgbClr val="FBAE40"/>
          </p15:clr>
        </p15:guide>
        <p15:guide id="6" pos="4978" userDrawn="1">
          <p15:clr>
            <a:srgbClr val="FBAE40"/>
          </p15:clr>
        </p15:guide>
        <p15:guide id="7" pos="5172" userDrawn="1">
          <p15:clr>
            <a:srgbClr val="FBAE40"/>
          </p15:clr>
        </p15:guide>
        <p15:guide id="8" orient="horz" pos="368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pos="5588" userDrawn="1">
          <p15:clr>
            <a:srgbClr val="FBAE40"/>
          </p15:clr>
        </p15:guide>
        <p15:guide id="4" orient="horz" pos="4148" userDrawn="1">
          <p15:clr>
            <a:srgbClr val="FBAE40"/>
          </p15:clr>
        </p15:guide>
        <p15:guide id="5" pos="578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userDrawn="1">
          <p15:clr>
            <a:srgbClr val="FBAE40"/>
          </p15:clr>
        </p15:guide>
        <p15:guide id="2" pos="1890" userDrawn="1">
          <p15:clr>
            <a:srgbClr val="FBAE40"/>
          </p15:clr>
        </p15:guide>
        <p15:guide id="3" pos="5594" userDrawn="1">
          <p15:clr>
            <a:srgbClr val="FBAE40"/>
          </p15:clr>
        </p15:guide>
        <p15:guide id="4" pos="5788" userDrawn="1">
          <p15:clr>
            <a:srgbClr val="FBAE40"/>
          </p15:clr>
        </p15:guide>
        <p15:guide id="5" pos="3744" userDrawn="1">
          <p15:clr>
            <a:srgbClr val="FBAE40"/>
          </p15:clr>
        </p15:guide>
        <p15:guide id="6" pos="3934"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UST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173128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ntent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264273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with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9E2B331-B0E6-E050-A108-F924CD8C4B87}"/>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3C93D23E-A1DF-EFB2-42B6-96C86220A70A}"/>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Legal">
            <a:extLst>
              <a:ext uri="{FF2B5EF4-FFF2-40B4-BE49-F238E27FC236}">
                <a16:creationId xmlns:a16="http://schemas.microsoft.com/office/drawing/2014/main" id="{C8DBD0B0-9097-66F4-868E-CF3AB262634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9" name="Slide Number Placeholder 10">
            <a:extLst>
              <a:ext uri="{FF2B5EF4-FFF2-40B4-BE49-F238E27FC236}">
                <a16:creationId xmlns:a16="http://schemas.microsoft.com/office/drawing/2014/main" id="{127CF079-132F-6A7B-6737-92012CC215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Title 1">
            <a:extLst>
              <a:ext uri="{FF2B5EF4-FFF2-40B4-BE49-F238E27FC236}">
                <a16:creationId xmlns:a16="http://schemas.microsoft.com/office/drawing/2014/main" id="{A303E940-850F-F35A-2EB3-A69A4A65DED6}"/>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11" name="Content Placeholder 2">
            <a:extLst>
              <a:ext uri="{FF2B5EF4-FFF2-40B4-BE49-F238E27FC236}">
                <a16:creationId xmlns:a16="http://schemas.microsoft.com/office/drawing/2014/main" id="{A8F32DE4-21DF-8C35-6786-FC0077EB0C2E}"/>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2" name="Content Placeholder 3">
            <a:extLst>
              <a:ext uri="{FF2B5EF4-FFF2-40B4-BE49-F238E27FC236}">
                <a16:creationId xmlns:a16="http://schemas.microsoft.com/office/drawing/2014/main" id="{9104AAB7-09CC-AC46-AAA1-6359190CE56F}"/>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1" name="Content Placeholder 4">
            <a:extLst>
              <a:ext uri="{FF2B5EF4-FFF2-40B4-BE49-F238E27FC236}">
                <a16:creationId xmlns:a16="http://schemas.microsoft.com/office/drawing/2014/main" id="{7E660BF6-5580-6C7C-63DD-F580A1C6F030}"/>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2" name="Picture Placeholder 2">
            <a:extLst>
              <a:ext uri="{FF2B5EF4-FFF2-40B4-BE49-F238E27FC236}">
                <a16:creationId xmlns:a16="http://schemas.microsoft.com/office/drawing/2014/main" id="{275DE1D8-3A75-4AF8-864B-E9A17456323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3" name="Content Placeholder 2">
            <a:extLst>
              <a:ext uri="{FF2B5EF4-FFF2-40B4-BE49-F238E27FC236}">
                <a16:creationId xmlns:a16="http://schemas.microsoft.com/office/drawing/2014/main" id="{78D4F353-515C-D10D-865A-0B81D22765D4}"/>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EBA80BE-FB86-FD65-42AA-AFCE7927641C}"/>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5" name="Text Placeholder 23">
            <a:extLst>
              <a:ext uri="{FF2B5EF4-FFF2-40B4-BE49-F238E27FC236}">
                <a16:creationId xmlns:a16="http://schemas.microsoft.com/office/drawing/2014/main" id="{65DFFE06-2B90-9CEB-01FC-1C3EDBEC1D2D}"/>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3D082826-A380-803B-BDE0-1DB4DD8A7ADD}"/>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833472CF-7769-325B-0CDF-237DE48BE389}"/>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8" name="Text Placeholder 23">
            <a:extLst>
              <a:ext uri="{FF2B5EF4-FFF2-40B4-BE49-F238E27FC236}">
                <a16:creationId xmlns:a16="http://schemas.microsoft.com/office/drawing/2014/main" id="{CA8963E8-E40E-350A-4136-1112AA09C81D}"/>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9" name="Text Placeholder 23">
            <a:extLst>
              <a:ext uri="{FF2B5EF4-FFF2-40B4-BE49-F238E27FC236}">
                <a16:creationId xmlns:a16="http://schemas.microsoft.com/office/drawing/2014/main" id="{EC2ADDDD-8562-6080-49C8-696E0783384D}"/>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661080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with Image B">
    <p:bg>
      <p:bgPr>
        <a:solidFill>
          <a:srgbClr val="231F20"/>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364444E-2019-6E8F-EC4B-36BBA47EFD9F}"/>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16" name="Content Placeholder 2">
            <a:extLst>
              <a:ext uri="{FF2B5EF4-FFF2-40B4-BE49-F238E27FC236}">
                <a16:creationId xmlns:a16="http://schemas.microsoft.com/office/drawing/2014/main" id="{E834DAF2-E59B-DEE3-8AB0-681CE3FE5468}"/>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7" name="Content Placeholder 3">
            <a:extLst>
              <a:ext uri="{FF2B5EF4-FFF2-40B4-BE49-F238E27FC236}">
                <a16:creationId xmlns:a16="http://schemas.microsoft.com/office/drawing/2014/main" id="{CE2375FB-50B0-C27A-E37B-B38DC599CFBD}"/>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2D6C54A3-D374-164A-EFEF-939FB477BB9A}"/>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9" name="Picture Placeholder 2">
            <a:extLst>
              <a:ext uri="{FF2B5EF4-FFF2-40B4-BE49-F238E27FC236}">
                <a16:creationId xmlns:a16="http://schemas.microsoft.com/office/drawing/2014/main" id="{1CAFDF3D-2C2C-15D2-0865-6E1D992C742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25F9F6F-4A18-C646-8389-A2D672AEB57A}"/>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1" name="Text Placeholder 23">
            <a:extLst>
              <a:ext uri="{FF2B5EF4-FFF2-40B4-BE49-F238E27FC236}">
                <a16:creationId xmlns:a16="http://schemas.microsoft.com/office/drawing/2014/main" id="{47D3A49B-64C9-C8A4-155B-D6BBB5A92E29}"/>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2" name="Text Placeholder 23">
            <a:extLst>
              <a:ext uri="{FF2B5EF4-FFF2-40B4-BE49-F238E27FC236}">
                <a16:creationId xmlns:a16="http://schemas.microsoft.com/office/drawing/2014/main" id="{C7F796D1-81D5-8404-761F-A1F696005BDC}"/>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3" name="Text Placeholder 23">
            <a:extLst>
              <a:ext uri="{FF2B5EF4-FFF2-40B4-BE49-F238E27FC236}">
                <a16:creationId xmlns:a16="http://schemas.microsoft.com/office/drawing/2014/main" id="{28B42F5C-7089-715B-234A-4E1B545B3CF9}"/>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4" name="Text Placeholder 23">
            <a:extLst>
              <a:ext uri="{FF2B5EF4-FFF2-40B4-BE49-F238E27FC236}">
                <a16:creationId xmlns:a16="http://schemas.microsoft.com/office/drawing/2014/main" id="{552FC7C8-6258-AFF8-721E-9A94776BFC18}"/>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5" name="Text Placeholder 23">
            <a:extLst>
              <a:ext uri="{FF2B5EF4-FFF2-40B4-BE49-F238E27FC236}">
                <a16:creationId xmlns:a16="http://schemas.microsoft.com/office/drawing/2014/main" id="{6D993AD9-3F72-1911-3277-3F30779F2CF2}"/>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6" name="Text Placeholder 23">
            <a:extLst>
              <a:ext uri="{FF2B5EF4-FFF2-40B4-BE49-F238E27FC236}">
                <a16:creationId xmlns:a16="http://schemas.microsoft.com/office/drawing/2014/main" id="{DCCC69E2-0BD4-9DE4-8019-E3BAEBE2C9AB}"/>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8572987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Option 2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110517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8800"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5" name="Picture Placeholder 2">
            <a:extLst>
              <a:ext uri="{FF2B5EF4-FFF2-40B4-BE49-F238E27FC236}">
                <a16:creationId xmlns:a16="http://schemas.microsoft.com/office/drawing/2014/main" id="{0F45E6E8-6D06-3395-045E-8392F442DB9E}"/>
              </a:ext>
            </a:extLst>
          </p:cNvPr>
          <p:cNvSpPr>
            <a:spLocks noGrp="1"/>
          </p:cNvSpPr>
          <p:nvPr>
            <p:ph type="pic" sz="quarter" idx="30" hasCustomPrompt="1"/>
          </p:nvPr>
        </p:nvSpPr>
        <p:spPr>
          <a:xfrm>
            <a:off x="42894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Picture Placeholder 2">
            <a:extLst>
              <a:ext uri="{FF2B5EF4-FFF2-40B4-BE49-F238E27FC236}">
                <a16:creationId xmlns:a16="http://schemas.microsoft.com/office/drawing/2014/main" id="{E36BBA27-0A93-6974-7E10-583A48ADE5A2}"/>
              </a:ext>
            </a:extLst>
          </p:cNvPr>
          <p:cNvSpPr>
            <a:spLocks noGrp="1"/>
          </p:cNvSpPr>
          <p:nvPr>
            <p:ph type="pic" sz="quarter" idx="31" hasCustomPrompt="1"/>
          </p:nvPr>
        </p:nvSpPr>
        <p:spPr>
          <a:xfrm>
            <a:off x="8210042"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Text Placeholder 23">
            <a:extLst>
              <a:ext uri="{FF2B5EF4-FFF2-40B4-BE49-F238E27FC236}">
                <a16:creationId xmlns:a16="http://schemas.microsoft.com/office/drawing/2014/main" id="{2F6FB681-7F9F-4615-8967-07D2F362DD11}"/>
              </a:ext>
            </a:extLst>
          </p:cNvPr>
          <p:cNvSpPr>
            <a:spLocks noGrp="1"/>
          </p:cNvSpPr>
          <p:nvPr>
            <p:ph type="body" sz="quarter" idx="24" hasCustomPrompt="1"/>
          </p:nvPr>
        </p:nvSpPr>
        <p:spPr>
          <a:xfrm>
            <a:off x="869125"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9" name="Text Placeholder 23">
            <a:extLst>
              <a:ext uri="{FF2B5EF4-FFF2-40B4-BE49-F238E27FC236}">
                <a16:creationId xmlns:a16="http://schemas.microsoft.com/office/drawing/2014/main" id="{A897311A-B495-09CE-DB8C-5F39F9C47A3D}"/>
              </a:ext>
            </a:extLst>
          </p:cNvPr>
          <p:cNvSpPr>
            <a:spLocks noGrp="1"/>
          </p:cNvSpPr>
          <p:nvPr>
            <p:ph type="body" sz="quarter" idx="25" hasCustomPrompt="1"/>
          </p:nvPr>
        </p:nvSpPr>
        <p:spPr>
          <a:xfrm>
            <a:off x="4792853"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A0828D6F-D6E7-4E92-915F-5E89C830B0C5}"/>
              </a:ext>
            </a:extLst>
          </p:cNvPr>
          <p:cNvSpPr>
            <a:spLocks noGrp="1"/>
          </p:cNvSpPr>
          <p:nvPr>
            <p:ph type="body" sz="quarter" idx="26" hasCustomPrompt="1"/>
          </p:nvPr>
        </p:nvSpPr>
        <p:spPr>
          <a:xfrm>
            <a:off x="8715629"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Picture Placeholder 16">
            <a:extLst>
              <a:ext uri="{FF2B5EF4-FFF2-40B4-BE49-F238E27FC236}">
                <a16:creationId xmlns:a16="http://schemas.microsoft.com/office/drawing/2014/main" id="{61B78E16-3C78-9C64-0825-69BE6AF14C55}"/>
              </a:ext>
            </a:extLst>
          </p:cNvPr>
          <p:cNvSpPr>
            <a:spLocks noGrp="1"/>
          </p:cNvSpPr>
          <p:nvPr>
            <p:ph type="pic" sz="quarter" idx="39" hasCustomPrompt="1"/>
          </p:nvPr>
        </p:nvSpPr>
        <p:spPr>
          <a:xfrm>
            <a:off x="365125" y="1828800"/>
            <a:ext cx="447007" cy="495222"/>
          </a:xfrm>
        </p:spPr>
        <p:txBody>
          <a:bodyPr anchor="ctr">
            <a:normAutofit/>
          </a:bodyPr>
          <a:lstStyle>
            <a:lvl1pPr marL="0" indent="0">
              <a:buNone/>
              <a:defRPr sz="1400"/>
            </a:lvl1pPr>
          </a:lstStyle>
          <a:p>
            <a:r>
              <a:rPr lang="en-US" dirty="0"/>
              <a:t>Icon</a:t>
            </a:r>
          </a:p>
        </p:txBody>
      </p:sp>
      <p:sp>
        <p:nvSpPr>
          <p:cNvPr id="12" name="Picture Placeholder 16">
            <a:extLst>
              <a:ext uri="{FF2B5EF4-FFF2-40B4-BE49-F238E27FC236}">
                <a16:creationId xmlns:a16="http://schemas.microsoft.com/office/drawing/2014/main" id="{138225F8-7446-6E20-77BC-4AC7A5AE445C}"/>
              </a:ext>
            </a:extLst>
          </p:cNvPr>
          <p:cNvSpPr>
            <a:spLocks noGrp="1"/>
          </p:cNvSpPr>
          <p:nvPr>
            <p:ph type="pic" sz="quarter" idx="41" hasCustomPrompt="1"/>
          </p:nvPr>
        </p:nvSpPr>
        <p:spPr>
          <a:xfrm>
            <a:off x="4288536" y="1828800"/>
            <a:ext cx="447007" cy="495222"/>
          </a:xfrm>
        </p:spPr>
        <p:txBody>
          <a:bodyPr anchor="ctr">
            <a:normAutofit/>
          </a:bodyPr>
          <a:lstStyle>
            <a:lvl1pPr marL="0" indent="0">
              <a:buNone/>
              <a:defRPr sz="1400"/>
            </a:lvl1pPr>
          </a:lstStyle>
          <a:p>
            <a:r>
              <a:rPr lang="en-US" dirty="0"/>
              <a:t>Icon</a:t>
            </a:r>
          </a:p>
        </p:txBody>
      </p:sp>
      <p:sp>
        <p:nvSpPr>
          <p:cNvPr id="13" name="Picture Placeholder 16">
            <a:extLst>
              <a:ext uri="{FF2B5EF4-FFF2-40B4-BE49-F238E27FC236}">
                <a16:creationId xmlns:a16="http://schemas.microsoft.com/office/drawing/2014/main" id="{AC7B56ED-862A-7ECA-8543-61DB81F8AC58}"/>
              </a:ext>
            </a:extLst>
          </p:cNvPr>
          <p:cNvSpPr>
            <a:spLocks noGrp="1"/>
          </p:cNvSpPr>
          <p:nvPr>
            <p:ph type="pic" sz="quarter" idx="43" hasCustomPrompt="1"/>
          </p:nvPr>
        </p:nvSpPr>
        <p:spPr>
          <a:xfrm>
            <a:off x="8211312" y="1828800"/>
            <a:ext cx="447007" cy="495222"/>
          </a:xfrm>
        </p:spPr>
        <p:txBody>
          <a:bodyPr anchor="ctr">
            <a:normAutofit/>
          </a:bodyPr>
          <a:lstStyle>
            <a:lvl1pPr marL="0" indent="0">
              <a:buNone/>
              <a:defRPr sz="1400"/>
            </a:lvl1pPr>
          </a:lstStyle>
          <a:p>
            <a:r>
              <a:rPr lang="en-US" dirty="0"/>
              <a:t>Icon</a:t>
            </a:r>
          </a:p>
        </p:txBody>
      </p:sp>
    </p:spTree>
    <p:extLst>
      <p:ext uri="{BB962C8B-B14F-4D97-AF65-F5344CB8AC3E}">
        <p14:creationId xmlns:p14="http://schemas.microsoft.com/office/powerpoint/2010/main" val="172737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x Content Option 1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365125"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04</a:t>
            </a:r>
          </a:p>
        </p:txBody>
      </p:sp>
      <p:sp>
        <p:nvSpPr>
          <p:cNvPr id="13" name="Text Placeholder 23">
            <a:extLst>
              <a:ext uri="{FF2B5EF4-FFF2-40B4-BE49-F238E27FC236}">
                <a16:creationId xmlns:a16="http://schemas.microsoft.com/office/drawing/2014/main" id="{58E3DD6C-FD82-3AFF-16F7-B3FA316CC523}"/>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05</a:t>
            </a:r>
          </a:p>
        </p:txBody>
      </p:sp>
      <p:sp>
        <p:nvSpPr>
          <p:cNvPr id="15" name="Text Placeholder 23">
            <a:extLst>
              <a:ext uri="{FF2B5EF4-FFF2-40B4-BE49-F238E27FC236}">
                <a16:creationId xmlns:a16="http://schemas.microsoft.com/office/drawing/2014/main" id="{23649147-3EEE-430F-99EE-0A0DBFC8A465}"/>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06</a:t>
            </a:r>
          </a:p>
        </p:txBody>
      </p:sp>
    </p:spTree>
    <p:extLst>
      <p:ext uri="{BB962C8B-B14F-4D97-AF65-F5344CB8AC3E}">
        <p14:creationId xmlns:p14="http://schemas.microsoft.com/office/powerpoint/2010/main" val="240167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ix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7" name="Picture Placeholder 16">
            <a:extLst>
              <a:ext uri="{FF2B5EF4-FFF2-40B4-BE49-F238E27FC236}">
                <a16:creationId xmlns:a16="http://schemas.microsoft.com/office/drawing/2014/main" id="{380A1048-C1FC-4ADD-FB84-F02090974481}"/>
              </a:ext>
            </a:extLst>
          </p:cNvPr>
          <p:cNvSpPr>
            <a:spLocks noGrp="1"/>
          </p:cNvSpPr>
          <p:nvPr>
            <p:ph type="pic" sz="quarter" idx="39" hasCustomPrompt="1"/>
          </p:nvPr>
        </p:nvSpPr>
        <p:spPr>
          <a:xfrm>
            <a:off x="365125" y="2365974"/>
            <a:ext cx="447007" cy="300179"/>
          </a:xfrm>
        </p:spPr>
        <p:txBody>
          <a:bodyPr anchor="ctr">
            <a:normAutofit/>
          </a:bodyPr>
          <a:lstStyle>
            <a:lvl1pPr marL="0" indent="0">
              <a:buNone/>
              <a:defRPr sz="1400"/>
            </a:lvl1pPr>
          </a:lstStyle>
          <a:p>
            <a:r>
              <a:rPr lang="en-US" dirty="0"/>
              <a:t>Icon</a:t>
            </a:r>
          </a:p>
        </p:txBody>
      </p:sp>
      <p:sp>
        <p:nvSpPr>
          <p:cNvPr id="18" name="Picture Placeholder 16">
            <a:extLst>
              <a:ext uri="{FF2B5EF4-FFF2-40B4-BE49-F238E27FC236}">
                <a16:creationId xmlns:a16="http://schemas.microsoft.com/office/drawing/2014/main" id="{54FA2183-1620-5C55-1993-4DE9F5DD39F6}"/>
              </a:ext>
            </a:extLst>
          </p:cNvPr>
          <p:cNvSpPr>
            <a:spLocks noGrp="1"/>
          </p:cNvSpPr>
          <p:nvPr>
            <p:ph type="pic" sz="quarter" idx="40" hasCustomPrompt="1"/>
          </p:nvPr>
        </p:nvSpPr>
        <p:spPr>
          <a:xfrm>
            <a:off x="365125" y="4389562"/>
            <a:ext cx="447007" cy="300179"/>
          </a:xfrm>
        </p:spPr>
        <p:txBody>
          <a:bodyPr anchor="ctr">
            <a:normAutofit/>
          </a:bodyPr>
          <a:lstStyle>
            <a:lvl1pPr marL="0" indent="0">
              <a:buNone/>
              <a:defRPr sz="1400"/>
            </a:lvl1pPr>
          </a:lstStyle>
          <a:p>
            <a:r>
              <a:rPr lang="en-US" dirty="0"/>
              <a:t>Icon</a:t>
            </a:r>
          </a:p>
        </p:txBody>
      </p:sp>
      <p:sp>
        <p:nvSpPr>
          <p:cNvPr id="19" name="Picture Placeholder 16">
            <a:extLst>
              <a:ext uri="{FF2B5EF4-FFF2-40B4-BE49-F238E27FC236}">
                <a16:creationId xmlns:a16="http://schemas.microsoft.com/office/drawing/2014/main" id="{ED2716BA-A975-D6E8-C17D-6D0650AED894}"/>
              </a:ext>
            </a:extLst>
          </p:cNvPr>
          <p:cNvSpPr>
            <a:spLocks noGrp="1"/>
          </p:cNvSpPr>
          <p:nvPr>
            <p:ph type="pic" sz="quarter" idx="41" hasCustomPrompt="1"/>
          </p:nvPr>
        </p:nvSpPr>
        <p:spPr>
          <a:xfrm>
            <a:off x="4288536" y="2365974"/>
            <a:ext cx="447007" cy="300179"/>
          </a:xfrm>
        </p:spPr>
        <p:txBody>
          <a:bodyPr anchor="ctr">
            <a:normAutofit/>
          </a:bodyPr>
          <a:lstStyle>
            <a:lvl1pPr marL="0" indent="0">
              <a:buNone/>
              <a:defRPr sz="1400"/>
            </a:lvl1pPr>
          </a:lstStyle>
          <a:p>
            <a:r>
              <a:rPr lang="en-US" dirty="0"/>
              <a:t>Icon</a:t>
            </a:r>
          </a:p>
        </p:txBody>
      </p:sp>
      <p:sp>
        <p:nvSpPr>
          <p:cNvPr id="20" name="Picture Placeholder 16">
            <a:extLst>
              <a:ext uri="{FF2B5EF4-FFF2-40B4-BE49-F238E27FC236}">
                <a16:creationId xmlns:a16="http://schemas.microsoft.com/office/drawing/2014/main" id="{B9F899F6-421E-4F71-9874-8C28C96AA6ED}"/>
              </a:ext>
            </a:extLst>
          </p:cNvPr>
          <p:cNvSpPr>
            <a:spLocks noGrp="1"/>
          </p:cNvSpPr>
          <p:nvPr>
            <p:ph type="pic" sz="quarter" idx="42" hasCustomPrompt="1"/>
          </p:nvPr>
        </p:nvSpPr>
        <p:spPr>
          <a:xfrm>
            <a:off x="4288536" y="4389562"/>
            <a:ext cx="447007" cy="300179"/>
          </a:xfrm>
        </p:spPr>
        <p:txBody>
          <a:bodyPr anchor="ctr">
            <a:normAutofit/>
          </a:bodyPr>
          <a:lstStyle>
            <a:lvl1pPr marL="0" indent="0">
              <a:buNone/>
              <a:defRPr sz="1400"/>
            </a:lvl1pPr>
          </a:lstStyle>
          <a:p>
            <a:r>
              <a:rPr lang="en-US" dirty="0"/>
              <a:t>Icon</a:t>
            </a:r>
          </a:p>
        </p:txBody>
      </p:sp>
      <p:sp>
        <p:nvSpPr>
          <p:cNvPr id="21" name="Picture Placeholder 16">
            <a:extLst>
              <a:ext uri="{FF2B5EF4-FFF2-40B4-BE49-F238E27FC236}">
                <a16:creationId xmlns:a16="http://schemas.microsoft.com/office/drawing/2014/main" id="{707BCBC9-213C-83B4-6A2F-C2F7553D0449}"/>
              </a:ext>
            </a:extLst>
          </p:cNvPr>
          <p:cNvSpPr>
            <a:spLocks noGrp="1"/>
          </p:cNvSpPr>
          <p:nvPr>
            <p:ph type="pic" sz="quarter" idx="43" hasCustomPrompt="1"/>
          </p:nvPr>
        </p:nvSpPr>
        <p:spPr>
          <a:xfrm>
            <a:off x="8211312" y="2365974"/>
            <a:ext cx="447007" cy="300179"/>
          </a:xfrm>
        </p:spPr>
        <p:txBody>
          <a:bodyPr anchor="ctr">
            <a:normAutofit/>
          </a:bodyPr>
          <a:lstStyle>
            <a:lvl1pPr marL="0" indent="0">
              <a:buNone/>
              <a:defRPr sz="1400"/>
            </a:lvl1pPr>
          </a:lstStyle>
          <a:p>
            <a:r>
              <a:rPr lang="en-US" dirty="0"/>
              <a:t>Icon</a:t>
            </a:r>
          </a:p>
        </p:txBody>
      </p:sp>
      <p:sp>
        <p:nvSpPr>
          <p:cNvPr id="22" name="Picture Placeholder 16">
            <a:extLst>
              <a:ext uri="{FF2B5EF4-FFF2-40B4-BE49-F238E27FC236}">
                <a16:creationId xmlns:a16="http://schemas.microsoft.com/office/drawing/2014/main" id="{D2DC9F7C-F193-02E0-9379-7A470BFE41A6}"/>
              </a:ext>
            </a:extLst>
          </p:cNvPr>
          <p:cNvSpPr>
            <a:spLocks noGrp="1"/>
          </p:cNvSpPr>
          <p:nvPr>
            <p:ph type="pic" sz="quarter" idx="44" hasCustomPrompt="1"/>
          </p:nvPr>
        </p:nvSpPr>
        <p:spPr>
          <a:xfrm>
            <a:off x="8211312" y="4389562"/>
            <a:ext cx="447007" cy="300179"/>
          </a:xfrm>
        </p:spPr>
        <p:txBody>
          <a:bodyPr anchor="ctr">
            <a:normAutofit/>
          </a:bodyPr>
          <a:lstStyle>
            <a:lvl1pPr marL="0" indent="0">
              <a:buNone/>
              <a:defRPr sz="1400"/>
            </a:lvl1pPr>
          </a:lstStyle>
          <a:p>
            <a:r>
              <a:rPr lang="en-US" dirty="0"/>
              <a:t>Icon</a:t>
            </a:r>
          </a:p>
        </p:txBody>
      </p:sp>
    </p:spTree>
    <p:extLst>
      <p:ext uri="{BB962C8B-B14F-4D97-AF65-F5344CB8AC3E}">
        <p14:creationId xmlns:p14="http://schemas.microsoft.com/office/powerpoint/2010/main" val="1779069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x Content Option 2 with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2152592"/>
            <a:ext cx="3611563" cy="2667433"/>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3610928" cy="1666322"/>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4288219"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791584"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4287584"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8210043"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713408"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8209408"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7" name="Content Placeholder 2">
            <a:extLst>
              <a:ext uri="{FF2B5EF4-FFF2-40B4-BE49-F238E27FC236}">
                <a16:creationId xmlns:a16="http://schemas.microsoft.com/office/drawing/2014/main" id="{639B018B-5E8C-8C9B-56EB-C4889C580F2A}"/>
              </a:ext>
            </a:extLst>
          </p:cNvPr>
          <p:cNvSpPr>
            <a:spLocks noGrp="1"/>
          </p:cNvSpPr>
          <p:nvPr>
            <p:ph sz="half" idx="23" hasCustomPrompt="1"/>
          </p:nvPr>
        </p:nvSpPr>
        <p:spPr>
          <a:xfrm>
            <a:off x="365760" y="5141343"/>
            <a:ext cx="3610928" cy="939417"/>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6" name="Content Placeholder 3">
            <a:extLst>
              <a:ext uri="{FF2B5EF4-FFF2-40B4-BE49-F238E27FC236}">
                <a16:creationId xmlns:a16="http://schemas.microsoft.com/office/drawing/2014/main" id="{1B33AFAD-A4EB-49F1-FA0B-3BC36381E2E2}"/>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A2DBAEA1-ED53-B3D6-FEB4-AB47BC097A03}"/>
              </a:ext>
            </a:extLst>
          </p:cNvPr>
          <p:cNvSpPr>
            <a:spLocks noGrp="1"/>
          </p:cNvSpPr>
          <p:nvPr>
            <p:ph sz="quarter" idx="13" hasCustomPrompt="1"/>
          </p:nvPr>
        </p:nvSpPr>
        <p:spPr>
          <a:xfrm>
            <a:off x="8211312"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6 lines.</a:t>
            </a:r>
          </a:p>
        </p:txBody>
      </p:sp>
      <p:sp>
        <p:nvSpPr>
          <p:cNvPr id="19" name="Text Placeholder 23">
            <a:extLst>
              <a:ext uri="{FF2B5EF4-FFF2-40B4-BE49-F238E27FC236}">
                <a16:creationId xmlns:a16="http://schemas.microsoft.com/office/drawing/2014/main" id="{D33A3B40-4ABF-956B-C824-61918CF79C67}"/>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0" name="Text Placeholder 23">
            <a:extLst>
              <a:ext uri="{FF2B5EF4-FFF2-40B4-BE49-F238E27FC236}">
                <a16:creationId xmlns:a16="http://schemas.microsoft.com/office/drawing/2014/main" id="{49690F7B-7ED1-10C6-2EDA-D075B5A17090}"/>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1" name="Text Placeholder 23">
            <a:extLst>
              <a:ext uri="{FF2B5EF4-FFF2-40B4-BE49-F238E27FC236}">
                <a16:creationId xmlns:a16="http://schemas.microsoft.com/office/drawing/2014/main" id="{110E2AA8-1F77-469B-EAA2-3860BF5BF66D}"/>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
        <p:nvSpPr>
          <p:cNvPr id="22" name="Text Placeholder 23">
            <a:extLst>
              <a:ext uri="{FF2B5EF4-FFF2-40B4-BE49-F238E27FC236}">
                <a16:creationId xmlns:a16="http://schemas.microsoft.com/office/drawing/2014/main" id="{3C03FAAB-5B93-B783-559B-A4C916B89129}"/>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04</a:t>
            </a:r>
          </a:p>
        </p:txBody>
      </p:sp>
      <p:sp>
        <p:nvSpPr>
          <p:cNvPr id="23" name="Content Placeholder 3">
            <a:extLst>
              <a:ext uri="{FF2B5EF4-FFF2-40B4-BE49-F238E27FC236}">
                <a16:creationId xmlns:a16="http://schemas.microsoft.com/office/drawing/2014/main" id="{30DACC41-1F51-6B32-34CA-D3158A3C2CF3}"/>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5" name="Content Placeholder 4">
            <a:extLst>
              <a:ext uri="{FF2B5EF4-FFF2-40B4-BE49-F238E27FC236}">
                <a16:creationId xmlns:a16="http://schemas.microsoft.com/office/drawing/2014/main" id="{038201DA-1344-64B9-43BE-6A4CE8AAD2DF}"/>
              </a:ext>
            </a:extLst>
          </p:cNvPr>
          <p:cNvSpPr>
            <a:spLocks noGrp="1"/>
          </p:cNvSpPr>
          <p:nvPr>
            <p:ph sz="quarter" idx="32" hasCustomPrompt="1"/>
          </p:nvPr>
        </p:nvSpPr>
        <p:spPr>
          <a:xfrm>
            <a:off x="8211312"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6 lines.</a:t>
            </a:r>
          </a:p>
        </p:txBody>
      </p:sp>
      <p:sp>
        <p:nvSpPr>
          <p:cNvPr id="31" name="Text Placeholder 23">
            <a:extLst>
              <a:ext uri="{FF2B5EF4-FFF2-40B4-BE49-F238E27FC236}">
                <a16:creationId xmlns:a16="http://schemas.microsoft.com/office/drawing/2014/main" id="{70406086-1ED9-4995-A7E9-28C1B8E27D1C}"/>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32" name="Text Placeholder 23">
            <a:extLst>
              <a:ext uri="{FF2B5EF4-FFF2-40B4-BE49-F238E27FC236}">
                <a16:creationId xmlns:a16="http://schemas.microsoft.com/office/drawing/2014/main" id="{11B0B266-8EA5-E731-EE20-E22F64B00323}"/>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33" name="Text Placeholder 23">
            <a:extLst>
              <a:ext uri="{FF2B5EF4-FFF2-40B4-BE49-F238E27FC236}">
                <a16:creationId xmlns:a16="http://schemas.microsoft.com/office/drawing/2014/main" id="{BE6D882F-17DC-A6AF-28B7-C461192641AB}"/>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05</a:t>
            </a:r>
          </a:p>
        </p:txBody>
      </p:sp>
      <p:sp>
        <p:nvSpPr>
          <p:cNvPr id="34" name="Text Placeholder 23">
            <a:extLst>
              <a:ext uri="{FF2B5EF4-FFF2-40B4-BE49-F238E27FC236}">
                <a16:creationId xmlns:a16="http://schemas.microsoft.com/office/drawing/2014/main" id="{F0B400B6-1A75-254F-AE04-7E7351E53046}"/>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06</a:t>
            </a:r>
          </a:p>
        </p:txBody>
      </p:sp>
    </p:spTree>
    <p:extLst>
      <p:ext uri="{BB962C8B-B14F-4D97-AF65-F5344CB8AC3E}">
        <p14:creationId xmlns:p14="http://schemas.microsoft.com/office/powerpoint/2010/main" val="320728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x Content Option 3 with Image">
    <p:spTree>
      <p:nvGrpSpPr>
        <p:cNvPr id="1" name=""/>
        <p:cNvGrpSpPr/>
        <p:nvPr/>
      </p:nvGrpSpPr>
      <p:grpSpPr>
        <a:xfrm>
          <a:off x="0" y="0"/>
          <a:ext cx="0" cy="0"/>
          <a:chOff x="0" y="0"/>
          <a:chExt cx="0" cy="0"/>
        </a:xfrm>
      </p:grpSpPr>
      <p:sp>
        <p:nvSpPr>
          <p:cNvPr id="6" name="UST" descr="UST">
            <a:extLst>
              <a:ext uri="{FF2B5EF4-FFF2-40B4-BE49-F238E27FC236}">
                <a16:creationId xmlns:a16="http://schemas.microsoft.com/office/drawing/2014/main" id="{63BDAF2E-DD6E-72F0-91D7-FCD33F705716}"/>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0"/>
            <a:ext cx="3004008" cy="3711295"/>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516582" cy="914400"/>
          </a:xfrm>
        </p:spPr>
        <p:txBody>
          <a:bodyPr/>
          <a:lstStyle>
            <a:lvl1pPr>
              <a:defRPr>
                <a:latin typeface="Aptos Light" panose="020B0004020202020204" pitchFamily="34" charset="0"/>
              </a:defRPr>
            </a:lvl1pPr>
          </a:lstStyle>
          <a:p>
            <a:r>
              <a:rPr lang="en-US" dirty="0"/>
              <a:t>[Slide title]</a:t>
            </a:r>
          </a:p>
        </p:txBody>
      </p:sp>
      <p:sp>
        <p:nvSpPr>
          <p:cNvPr id="17" name="Rectangle">
            <a:extLst>
              <a:ext uri="{FF2B5EF4-FFF2-40B4-BE49-F238E27FC236}">
                <a16:creationId xmlns:a16="http://schemas.microsoft.com/office/drawing/2014/main" id="{1186DDA3-3539-99BA-DCB8-06CE419870BB}"/>
              </a:ext>
            </a:extLst>
          </p:cNvPr>
          <p:cNvSpPr/>
          <p:nvPr userDrawn="1"/>
        </p:nvSpPr>
        <p:spPr>
          <a:xfrm>
            <a:off x="365125"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8" name="Rectangle">
            <a:extLst>
              <a:ext uri="{FF2B5EF4-FFF2-40B4-BE49-F238E27FC236}">
                <a16:creationId xmlns:a16="http://schemas.microsoft.com/office/drawing/2014/main" id="{98555F8E-33CE-98B8-F44B-3536FA5F524C}"/>
              </a:ext>
            </a:extLst>
          </p:cNvPr>
          <p:cNvSpPr/>
          <p:nvPr userDrawn="1"/>
        </p:nvSpPr>
        <p:spPr>
          <a:xfrm>
            <a:off x="3306292"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9" name="Rectangle">
            <a:extLst>
              <a:ext uri="{FF2B5EF4-FFF2-40B4-BE49-F238E27FC236}">
                <a16:creationId xmlns:a16="http://schemas.microsoft.com/office/drawing/2014/main" id="{186A83F0-B6B6-9B4A-724E-BA028AC2207C}"/>
              </a:ext>
            </a:extLst>
          </p:cNvPr>
          <p:cNvSpPr/>
          <p:nvPr userDrawn="1"/>
        </p:nvSpPr>
        <p:spPr>
          <a:xfrm>
            <a:off x="6247142" y="3971925"/>
            <a:ext cx="5944858" cy="2111375"/>
          </a:xfrm>
          <a:prstGeom prst="rect">
            <a:avLst/>
          </a:prstGeom>
          <a:solidFill>
            <a:schemeClr val="accent4"/>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20" name="Content Placeholder 2">
            <a:extLst>
              <a:ext uri="{FF2B5EF4-FFF2-40B4-BE49-F238E27FC236}">
                <a16:creationId xmlns:a16="http://schemas.microsoft.com/office/drawing/2014/main" id="{A361D126-CF07-E843-3D67-CA426A50B0FD}"/>
              </a:ext>
            </a:extLst>
          </p:cNvPr>
          <p:cNvSpPr>
            <a:spLocks noGrp="1"/>
          </p:cNvSpPr>
          <p:nvPr>
            <p:ph sz="half" idx="27" hasCustomPrompt="1"/>
          </p:nvPr>
        </p:nvSpPr>
        <p:spPr>
          <a:xfrm>
            <a:off x="512725"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1" name="Content Placeholder 3">
            <a:extLst>
              <a:ext uri="{FF2B5EF4-FFF2-40B4-BE49-F238E27FC236}">
                <a16:creationId xmlns:a16="http://schemas.microsoft.com/office/drawing/2014/main" id="{325EAC39-63F9-4400-D866-0C2C49BA3393}"/>
              </a:ext>
            </a:extLst>
          </p:cNvPr>
          <p:cNvSpPr>
            <a:spLocks noGrp="1"/>
          </p:cNvSpPr>
          <p:nvPr>
            <p:ph sz="half" idx="28" hasCustomPrompt="1"/>
          </p:nvPr>
        </p:nvSpPr>
        <p:spPr>
          <a:xfrm>
            <a:off x="3453892"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2" name="Content Placeholder 4">
            <a:extLst>
              <a:ext uri="{FF2B5EF4-FFF2-40B4-BE49-F238E27FC236}">
                <a16:creationId xmlns:a16="http://schemas.microsoft.com/office/drawing/2014/main" id="{506EC894-FC99-C66D-B08B-ECB0ACE8D739}"/>
              </a:ext>
            </a:extLst>
          </p:cNvPr>
          <p:cNvSpPr>
            <a:spLocks noGrp="1"/>
          </p:cNvSpPr>
          <p:nvPr>
            <p:ph sz="quarter" idx="29" hasCustomPrompt="1"/>
          </p:nvPr>
        </p:nvSpPr>
        <p:spPr>
          <a:xfrm>
            <a:off x="6394742" y="4536818"/>
            <a:ext cx="5428450" cy="1424513"/>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3" name="Text Placeholder 23">
            <a:extLst>
              <a:ext uri="{FF2B5EF4-FFF2-40B4-BE49-F238E27FC236}">
                <a16:creationId xmlns:a16="http://schemas.microsoft.com/office/drawing/2014/main" id="{47FF4D12-95F4-BAA1-DAAF-103AEB1C9998}"/>
              </a:ext>
            </a:extLst>
          </p:cNvPr>
          <p:cNvSpPr>
            <a:spLocks noGrp="1"/>
          </p:cNvSpPr>
          <p:nvPr>
            <p:ph type="body" sz="quarter" idx="30" hasCustomPrompt="1"/>
          </p:nvPr>
        </p:nvSpPr>
        <p:spPr>
          <a:xfrm>
            <a:off x="512725"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5" name="Text Placeholder 23">
            <a:extLst>
              <a:ext uri="{FF2B5EF4-FFF2-40B4-BE49-F238E27FC236}">
                <a16:creationId xmlns:a16="http://schemas.microsoft.com/office/drawing/2014/main" id="{D2062F39-7727-4616-0E65-483A0B938020}"/>
              </a:ext>
            </a:extLst>
          </p:cNvPr>
          <p:cNvSpPr>
            <a:spLocks noGrp="1"/>
          </p:cNvSpPr>
          <p:nvPr>
            <p:ph type="body" sz="quarter" idx="31" hasCustomPrompt="1"/>
          </p:nvPr>
        </p:nvSpPr>
        <p:spPr>
          <a:xfrm>
            <a:off x="3453892"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8" name="Text Placeholder 23">
            <a:extLst>
              <a:ext uri="{FF2B5EF4-FFF2-40B4-BE49-F238E27FC236}">
                <a16:creationId xmlns:a16="http://schemas.microsoft.com/office/drawing/2014/main" id="{79BC8676-BC4E-0AF1-4392-AC7DADEDD491}"/>
              </a:ext>
            </a:extLst>
          </p:cNvPr>
          <p:cNvSpPr>
            <a:spLocks noGrp="1"/>
          </p:cNvSpPr>
          <p:nvPr>
            <p:ph type="body" sz="quarter" idx="32" hasCustomPrompt="1"/>
          </p:nvPr>
        </p:nvSpPr>
        <p:spPr>
          <a:xfrm>
            <a:off x="6394742" y="4118012"/>
            <a:ext cx="5428450" cy="272719"/>
          </a:xfrm>
        </p:spPr>
        <p:txBody>
          <a:bodyPr>
            <a:noAutofit/>
          </a:bodyPr>
          <a:lstStyle>
            <a:lvl1pPr marL="0" indent="0">
              <a:buFontTx/>
              <a:buNone/>
              <a:defRPr sz="1600" b="1">
                <a:solidFill>
                  <a:schemeClr val="bg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Tree>
    <p:extLst>
      <p:ext uri="{BB962C8B-B14F-4D97-AF65-F5344CB8AC3E}">
        <p14:creationId xmlns:p14="http://schemas.microsoft.com/office/powerpoint/2010/main" val="256532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userDrawn="1"/>
        </p:nvCxnSpPr>
        <p:spPr>
          <a:xfrm>
            <a:off x="5960745" y="1039247"/>
            <a:ext cx="0" cy="356450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778422"/>
            <a:ext cx="5184775" cy="2651063"/>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778422"/>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US" dirty="0"/>
              <a:t>Heading</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778422"/>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4724400"/>
            <a:ext cx="4819015" cy="1116682"/>
          </a:xfrm>
        </p:spPr>
        <p:txBody>
          <a:bodyPr>
            <a:noAutofit/>
          </a:bodyPr>
          <a:lstStyle>
            <a:lvl1pPr marL="0" indent="0">
              <a:buFontTx/>
              <a:buNone/>
              <a:defRPr sz="20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3191085"/>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3191085"/>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673101"/>
          </a:xfrm>
          <a:solidFill>
            <a:schemeClr val="bg1"/>
          </a:solidFill>
        </p:spPr>
        <p:txBody>
          <a:bodyPr>
            <a:noAutofit/>
          </a:bodyPr>
          <a:lstStyle>
            <a:lvl1pPr marL="0" indent="0">
              <a:buFontTx/>
              <a:buNone/>
              <a:defRPr sz="1200" b="1" baseline="0">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5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60374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603749"/>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Tree>
    <p:extLst>
      <p:ext uri="{BB962C8B-B14F-4D97-AF65-F5344CB8AC3E}">
        <p14:creationId xmlns:p14="http://schemas.microsoft.com/office/powerpoint/2010/main" val="2104933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3165153"/>
            <a:ext cx="5944858" cy="3108647"/>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247142" y="799261"/>
            <a:ext cx="5575415"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247142" y="365760"/>
            <a:ext cx="5575415"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3863136"/>
            <a:ext cx="5280850"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635"/>
            <a:ext cx="5280850"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Tree>
    <p:extLst>
      <p:ext uri="{BB962C8B-B14F-4D97-AF65-F5344CB8AC3E}">
        <p14:creationId xmlns:p14="http://schemas.microsoft.com/office/powerpoint/2010/main" val="137124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stimonials 6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0" name="TextBox 19">
            <a:extLst>
              <a:ext uri="{FF2B5EF4-FFF2-40B4-BE49-F238E27FC236}">
                <a16:creationId xmlns:a16="http://schemas.microsoft.com/office/drawing/2014/main" id="{E2A18ECA-096F-12EA-E765-E85D73EDE84A}"/>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
        <p:nvSpPr>
          <p:cNvPr id="22" name="Rectangle">
            <a:extLst>
              <a:ext uri="{FF2B5EF4-FFF2-40B4-BE49-F238E27FC236}">
                <a16:creationId xmlns:a16="http://schemas.microsoft.com/office/drawing/2014/main" id="{880FD6A8-86F5-4854-EAFA-350C3EB8E2F9}"/>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A334AA0B-A7C6-92A2-58EE-1C6C680A68FB}"/>
              </a:ext>
            </a:extLst>
          </p:cNvPr>
          <p:cNvSpPr>
            <a:spLocks noGrp="1"/>
          </p:cNvSpPr>
          <p:nvPr>
            <p:ph type="body" sz="quarter" idx="44"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4" name="Rectangle">
            <a:extLst>
              <a:ext uri="{FF2B5EF4-FFF2-40B4-BE49-F238E27FC236}">
                <a16:creationId xmlns:a16="http://schemas.microsoft.com/office/drawing/2014/main" id="{6D9FF039-83F1-DFBE-CBB0-54F01E2B52EA}"/>
              </a:ext>
            </a:extLst>
          </p:cNvPr>
          <p:cNvSpPr/>
          <p:nvPr userDrawn="1"/>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5" name="Text Placeholder 23">
            <a:extLst>
              <a:ext uri="{FF2B5EF4-FFF2-40B4-BE49-F238E27FC236}">
                <a16:creationId xmlns:a16="http://schemas.microsoft.com/office/drawing/2014/main" id="{5DD83270-DCC7-E784-B281-A24D08A3AAFD}"/>
              </a:ext>
            </a:extLst>
          </p:cNvPr>
          <p:cNvSpPr>
            <a:spLocks noGrp="1"/>
          </p:cNvSpPr>
          <p:nvPr>
            <p:ph type="body" sz="quarter" idx="45"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6" name="Rectangle">
            <a:extLst>
              <a:ext uri="{FF2B5EF4-FFF2-40B4-BE49-F238E27FC236}">
                <a16:creationId xmlns:a16="http://schemas.microsoft.com/office/drawing/2014/main" id="{A351233C-7AC9-22AB-7DC5-7F8FA8BCC2D2}"/>
              </a:ext>
            </a:extLst>
          </p:cNvPr>
          <p:cNvSpPr/>
          <p:nvPr userDrawn="1"/>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0" name="Text Placeholder 23">
            <a:extLst>
              <a:ext uri="{FF2B5EF4-FFF2-40B4-BE49-F238E27FC236}">
                <a16:creationId xmlns:a16="http://schemas.microsoft.com/office/drawing/2014/main" id="{C6866CBA-3FF4-D479-8AD8-CC7FF31C2A14}"/>
              </a:ext>
            </a:extLst>
          </p:cNvPr>
          <p:cNvSpPr>
            <a:spLocks noGrp="1"/>
          </p:cNvSpPr>
          <p:nvPr>
            <p:ph type="body" sz="quarter" idx="46"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3" name="Rectangle">
            <a:extLst>
              <a:ext uri="{FF2B5EF4-FFF2-40B4-BE49-F238E27FC236}">
                <a16:creationId xmlns:a16="http://schemas.microsoft.com/office/drawing/2014/main" id="{83B3C0B8-EEA2-E9A7-0F6E-73475AEC8777}"/>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4" name="Text Placeholder 23">
            <a:extLst>
              <a:ext uri="{FF2B5EF4-FFF2-40B4-BE49-F238E27FC236}">
                <a16:creationId xmlns:a16="http://schemas.microsoft.com/office/drawing/2014/main" id="{56EC89B8-B15F-EC63-C419-38EEAB4B2A9E}"/>
              </a:ext>
            </a:extLst>
          </p:cNvPr>
          <p:cNvSpPr>
            <a:spLocks noGrp="1"/>
          </p:cNvSpPr>
          <p:nvPr>
            <p:ph type="body" sz="quarter" idx="47"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2A6B7AB4-0108-8F5A-8782-5F7CA4E96FDB}"/>
              </a:ext>
            </a:extLst>
          </p:cNvPr>
          <p:cNvSpPr/>
          <p:nvPr userDrawn="1"/>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A821A844-631C-0DB4-7291-2E4AE6A9CA9E}"/>
              </a:ext>
            </a:extLst>
          </p:cNvPr>
          <p:cNvSpPr>
            <a:spLocks noGrp="1"/>
          </p:cNvSpPr>
          <p:nvPr>
            <p:ph type="body" sz="quarter" idx="48"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BE04BED7-224E-D08F-016E-3ED596321267}"/>
              </a:ext>
            </a:extLst>
          </p:cNvPr>
          <p:cNvSpPr/>
          <p:nvPr userDrawn="1"/>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Tree>
    <p:extLst>
      <p:ext uri="{BB962C8B-B14F-4D97-AF65-F5344CB8AC3E}">
        <p14:creationId xmlns:p14="http://schemas.microsoft.com/office/powerpoint/2010/main" val="2709732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stimonials 6 content with Image">
    <p:spTree>
      <p:nvGrpSpPr>
        <p:cNvPr id="1" name=""/>
        <p:cNvGrpSpPr/>
        <p:nvPr/>
      </p:nvGrpSpPr>
      <p:grpSpPr>
        <a:xfrm>
          <a:off x="0" y="0"/>
          <a:ext cx="0" cy="0"/>
          <a:chOff x="0" y="0"/>
          <a:chExt cx="0" cy="0"/>
        </a:xfrm>
      </p:grpSpPr>
      <p:sp>
        <p:nvSpPr>
          <p:cNvPr id="3" name="Text Placeholder 23">
            <a:extLst>
              <a:ext uri="{FF2B5EF4-FFF2-40B4-BE49-F238E27FC236}">
                <a16:creationId xmlns:a16="http://schemas.microsoft.com/office/drawing/2014/main" id="{06771021-C81F-75A4-2E42-A0E1FED5C148}"/>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67F658E4-EA07-13F9-0DB1-91E2D49907AD}"/>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BFED2B1C-01F6-4490-8C6C-C9FE0747A835}"/>
              </a:ext>
            </a:extLst>
          </p:cNvPr>
          <p:cNvSpPr>
            <a:spLocks noGrp="1"/>
          </p:cNvSpPr>
          <p:nvPr>
            <p:ph type="body" sz="quarter" idx="50"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CDCB488C-D81B-2629-FA36-F0358E12703E}"/>
              </a:ext>
            </a:extLst>
          </p:cNvPr>
          <p:cNvSpPr/>
          <p:nvPr userDrawn="1"/>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1" name="Text Placeholder 23">
            <a:extLst>
              <a:ext uri="{FF2B5EF4-FFF2-40B4-BE49-F238E27FC236}">
                <a16:creationId xmlns:a16="http://schemas.microsoft.com/office/drawing/2014/main" id="{2081A805-B455-ADCE-CEFF-CA9024A1BFD8}"/>
              </a:ext>
            </a:extLst>
          </p:cNvPr>
          <p:cNvSpPr>
            <a:spLocks noGrp="1"/>
          </p:cNvSpPr>
          <p:nvPr>
            <p:ph type="body" sz="quarter" idx="51"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5" name="Rectangle">
            <a:extLst>
              <a:ext uri="{FF2B5EF4-FFF2-40B4-BE49-F238E27FC236}">
                <a16:creationId xmlns:a16="http://schemas.microsoft.com/office/drawing/2014/main" id="{064D0815-79F1-8213-589E-7C8395E26018}"/>
              </a:ext>
            </a:extLst>
          </p:cNvPr>
          <p:cNvSpPr/>
          <p:nvPr userDrawn="1"/>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6" name="Text Placeholder 23">
            <a:extLst>
              <a:ext uri="{FF2B5EF4-FFF2-40B4-BE49-F238E27FC236}">
                <a16:creationId xmlns:a16="http://schemas.microsoft.com/office/drawing/2014/main" id="{C59014A0-4862-8320-9345-1457F50DBB72}"/>
              </a:ext>
            </a:extLst>
          </p:cNvPr>
          <p:cNvSpPr>
            <a:spLocks noGrp="1"/>
          </p:cNvSpPr>
          <p:nvPr>
            <p:ph type="body" sz="quarter" idx="52"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7" name="Rectangle">
            <a:extLst>
              <a:ext uri="{FF2B5EF4-FFF2-40B4-BE49-F238E27FC236}">
                <a16:creationId xmlns:a16="http://schemas.microsoft.com/office/drawing/2014/main" id="{170B4E46-FB5F-5741-0349-CBDC889CA2E6}"/>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8" name="Text Placeholder 23">
            <a:extLst>
              <a:ext uri="{FF2B5EF4-FFF2-40B4-BE49-F238E27FC236}">
                <a16:creationId xmlns:a16="http://schemas.microsoft.com/office/drawing/2014/main" id="{CBD81D61-CA6C-95D3-588F-76CD469FB642}"/>
              </a:ext>
            </a:extLst>
          </p:cNvPr>
          <p:cNvSpPr>
            <a:spLocks noGrp="1"/>
          </p:cNvSpPr>
          <p:nvPr>
            <p:ph type="body" sz="quarter" idx="53"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9" name="Rectangle">
            <a:extLst>
              <a:ext uri="{FF2B5EF4-FFF2-40B4-BE49-F238E27FC236}">
                <a16:creationId xmlns:a16="http://schemas.microsoft.com/office/drawing/2014/main" id="{1CE36D44-7AB6-10B1-2D31-45BE8A24DAC5}"/>
              </a:ext>
            </a:extLst>
          </p:cNvPr>
          <p:cNvSpPr/>
          <p:nvPr userDrawn="1"/>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30" name="Text Placeholder 23">
            <a:extLst>
              <a:ext uri="{FF2B5EF4-FFF2-40B4-BE49-F238E27FC236}">
                <a16:creationId xmlns:a16="http://schemas.microsoft.com/office/drawing/2014/main" id="{AFF6A01F-DFFF-24F5-47DD-5B1CAD432490}"/>
              </a:ext>
            </a:extLst>
          </p:cNvPr>
          <p:cNvSpPr>
            <a:spLocks noGrp="1"/>
          </p:cNvSpPr>
          <p:nvPr>
            <p:ph type="body" sz="quarter" idx="54"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31" name="Rectangle">
            <a:extLst>
              <a:ext uri="{FF2B5EF4-FFF2-40B4-BE49-F238E27FC236}">
                <a16:creationId xmlns:a16="http://schemas.microsoft.com/office/drawing/2014/main" id="{4FE79D64-0DC1-2CAE-CDA8-04AD42EF14AC}"/>
              </a:ext>
            </a:extLst>
          </p:cNvPr>
          <p:cNvSpPr/>
          <p:nvPr userDrawn="1"/>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Picture Placeholder 3">
            <a:extLst>
              <a:ext uri="{FF2B5EF4-FFF2-40B4-BE49-F238E27FC236}">
                <a16:creationId xmlns:a16="http://schemas.microsoft.com/office/drawing/2014/main" id="{5ED035BB-BE32-55DA-B912-7CC02EF95F09}"/>
              </a:ext>
            </a:extLst>
          </p:cNvPr>
          <p:cNvSpPr>
            <a:spLocks noGrp="1"/>
          </p:cNvSpPr>
          <p:nvPr>
            <p:ph type="pic" sz="quarter" idx="44" hasCustomPrompt="1"/>
          </p:nvPr>
        </p:nvSpPr>
        <p:spPr>
          <a:xfrm>
            <a:off x="4162125"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5" name="Picture Placeholder 3">
            <a:extLst>
              <a:ext uri="{FF2B5EF4-FFF2-40B4-BE49-F238E27FC236}">
                <a16:creationId xmlns:a16="http://schemas.microsoft.com/office/drawing/2014/main" id="{14ADDEA5-611F-A545-4290-873D4F7462D0}"/>
              </a:ext>
            </a:extLst>
          </p:cNvPr>
          <p:cNvSpPr>
            <a:spLocks noGrp="1"/>
          </p:cNvSpPr>
          <p:nvPr>
            <p:ph type="pic" sz="quarter" idx="45" hasCustomPrompt="1"/>
          </p:nvPr>
        </p:nvSpPr>
        <p:spPr>
          <a:xfrm>
            <a:off x="7667951"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6" name="Picture Placeholder 3">
            <a:extLst>
              <a:ext uri="{FF2B5EF4-FFF2-40B4-BE49-F238E27FC236}">
                <a16:creationId xmlns:a16="http://schemas.microsoft.com/office/drawing/2014/main" id="{E3E18C10-64AF-892C-DC08-703511924B85}"/>
              </a:ext>
            </a:extLst>
          </p:cNvPr>
          <p:cNvSpPr>
            <a:spLocks noGrp="1"/>
          </p:cNvSpPr>
          <p:nvPr>
            <p:ph type="pic" sz="quarter" idx="46" hasCustomPrompt="1"/>
          </p:nvPr>
        </p:nvSpPr>
        <p:spPr>
          <a:xfrm>
            <a:off x="11173776"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0" name="Picture Placeholder 3">
            <a:extLst>
              <a:ext uri="{FF2B5EF4-FFF2-40B4-BE49-F238E27FC236}">
                <a16:creationId xmlns:a16="http://schemas.microsoft.com/office/drawing/2014/main" id="{B88BBA9C-1947-C810-F34A-2B98738B3838}"/>
              </a:ext>
            </a:extLst>
          </p:cNvPr>
          <p:cNvSpPr>
            <a:spLocks noGrp="1"/>
          </p:cNvSpPr>
          <p:nvPr>
            <p:ph type="pic" sz="quarter" idx="47" hasCustomPrompt="1"/>
          </p:nvPr>
        </p:nvSpPr>
        <p:spPr>
          <a:xfrm>
            <a:off x="4162125"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3" name="Picture Placeholder 3">
            <a:extLst>
              <a:ext uri="{FF2B5EF4-FFF2-40B4-BE49-F238E27FC236}">
                <a16:creationId xmlns:a16="http://schemas.microsoft.com/office/drawing/2014/main" id="{05E052DF-DA9C-2F13-0029-106D6B90D8EA}"/>
              </a:ext>
            </a:extLst>
          </p:cNvPr>
          <p:cNvSpPr>
            <a:spLocks noGrp="1"/>
          </p:cNvSpPr>
          <p:nvPr>
            <p:ph type="pic" sz="quarter" idx="48" hasCustomPrompt="1"/>
          </p:nvPr>
        </p:nvSpPr>
        <p:spPr>
          <a:xfrm>
            <a:off x="7667951"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4" name="Picture Placeholder 3">
            <a:extLst>
              <a:ext uri="{FF2B5EF4-FFF2-40B4-BE49-F238E27FC236}">
                <a16:creationId xmlns:a16="http://schemas.microsoft.com/office/drawing/2014/main" id="{F426E2B8-5CA1-1057-F151-6763C3F9871F}"/>
              </a:ext>
            </a:extLst>
          </p:cNvPr>
          <p:cNvSpPr>
            <a:spLocks noGrp="1"/>
          </p:cNvSpPr>
          <p:nvPr>
            <p:ph type="pic" sz="quarter" idx="49" hasCustomPrompt="1"/>
          </p:nvPr>
        </p:nvSpPr>
        <p:spPr>
          <a:xfrm>
            <a:off x="11173776"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7" name="TextBox 6">
            <a:extLst>
              <a:ext uri="{FF2B5EF4-FFF2-40B4-BE49-F238E27FC236}">
                <a16:creationId xmlns:a16="http://schemas.microsoft.com/office/drawing/2014/main" id="{1085A371-97A3-4FAB-D49B-5B3E13A0BACC}"/>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68561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stimonials 4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2ADF1D61-FFCC-2525-C050-FCF342EEF8F0}"/>
              </a:ext>
            </a:extLst>
          </p:cNvPr>
          <p:cNvSpPr>
            <a:spLocks noGrp="1"/>
          </p:cNvSpPr>
          <p:nvPr>
            <p:ph type="body" sz="quarter" idx="33" hasCustomPrompt="1"/>
          </p:nvPr>
        </p:nvSpPr>
        <p:spPr>
          <a:xfrm>
            <a:off x="1950656"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4" name="Rectangle">
            <a:extLst>
              <a:ext uri="{FF2B5EF4-FFF2-40B4-BE49-F238E27FC236}">
                <a16:creationId xmlns:a16="http://schemas.microsoft.com/office/drawing/2014/main" id="{267C3445-EEC4-4130-7F08-FDB08FA3DDCE}"/>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0" name="Text Placeholder 23">
            <a:extLst>
              <a:ext uri="{FF2B5EF4-FFF2-40B4-BE49-F238E27FC236}">
                <a16:creationId xmlns:a16="http://schemas.microsoft.com/office/drawing/2014/main" id="{1CE6D527-1E21-E73F-15F6-684CCF3915CB}"/>
              </a:ext>
            </a:extLst>
          </p:cNvPr>
          <p:cNvSpPr>
            <a:spLocks noGrp="1"/>
          </p:cNvSpPr>
          <p:nvPr>
            <p:ph type="body" sz="quarter" idx="45" hasCustomPrompt="1"/>
          </p:nvPr>
        </p:nvSpPr>
        <p:spPr>
          <a:xfrm>
            <a:off x="7160739"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1" name="Rectangle">
            <a:extLst>
              <a:ext uri="{FF2B5EF4-FFF2-40B4-BE49-F238E27FC236}">
                <a16:creationId xmlns:a16="http://schemas.microsoft.com/office/drawing/2014/main" id="{A93EA444-02E5-584E-D710-B85355C3D808}"/>
              </a:ext>
            </a:extLst>
          </p:cNvPr>
          <p:cNvSpPr/>
          <p:nvPr userDrawn="1"/>
        </p:nvSpPr>
        <p:spPr>
          <a:xfrm>
            <a:off x="7142407"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3" name="Text Placeholder 23">
            <a:extLst>
              <a:ext uri="{FF2B5EF4-FFF2-40B4-BE49-F238E27FC236}">
                <a16:creationId xmlns:a16="http://schemas.microsoft.com/office/drawing/2014/main" id="{A29F92FA-1EB1-0B3A-ED31-2114C5570E16}"/>
              </a:ext>
            </a:extLst>
          </p:cNvPr>
          <p:cNvSpPr>
            <a:spLocks noGrp="1"/>
          </p:cNvSpPr>
          <p:nvPr>
            <p:ph type="body" sz="quarter" idx="46" hasCustomPrompt="1"/>
          </p:nvPr>
        </p:nvSpPr>
        <p:spPr>
          <a:xfrm>
            <a:off x="1950656"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4" name="Rectangle">
            <a:extLst>
              <a:ext uri="{FF2B5EF4-FFF2-40B4-BE49-F238E27FC236}">
                <a16:creationId xmlns:a16="http://schemas.microsoft.com/office/drawing/2014/main" id="{D43BF659-413D-E8B6-94A0-1208E1537AAE}"/>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EBC517D4-D751-5BF4-289A-F02903A35662}"/>
              </a:ext>
            </a:extLst>
          </p:cNvPr>
          <p:cNvSpPr>
            <a:spLocks noGrp="1"/>
          </p:cNvSpPr>
          <p:nvPr>
            <p:ph type="body" sz="quarter" idx="48" hasCustomPrompt="1"/>
          </p:nvPr>
        </p:nvSpPr>
        <p:spPr>
          <a:xfrm>
            <a:off x="7160739"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0059A9DB-E21B-55E2-E5A3-6B7CBBAA7830}"/>
              </a:ext>
            </a:extLst>
          </p:cNvPr>
          <p:cNvSpPr/>
          <p:nvPr userDrawn="1"/>
        </p:nvSpPr>
        <p:spPr>
          <a:xfrm>
            <a:off x="7142407"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5" name="TextBox 4">
            <a:extLst>
              <a:ext uri="{FF2B5EF4-FFF2-40B4-BE49-F238E27FC236}">
                <a16:creationId xmlns:a16="http://schemas.microsoft.com/office/drawing/2014/main" id="{DFD9E30D-69DD-DE9F-29C0-0E3322756E0D}"/>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58473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stimonials 4 content with Image">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Picture Placeholder 3">
            <a:extLst>
              <a:ext uri="{FF2B5EF4-FFF2-40B4-BE49-F238E27FC236}">
                <a16:creationId xmlns:a16="http://schemas.microsoft.com/office/drawing/2014/main" id="{768AEE11-B1C0-D706-E59B-8B1AC4DF5AA3}"/>
              </a:ext>
            </a:extLst>
          </p:cNvPr>
          <p:cNvSpPr>
            <a:spLocks noGrp="1"/>
          </p:cNvSpPr>
          <p:nvPr>
            <p:ph type="pic" sz="quarter" idx="44" hasCustomPrompt="1"/>
          </p:nvPr>
        </p:nvSpPr>
        <p:spPr>
          <a:xfrm>
            <a:off x="1950656"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4" name="Picture Placeholder 3">
            <a:extLst>
              <a:ext uri="{FF2B5EF4-FFF2-40B4-BE49-F238E27FC236}">
                <a16:creationId xmlns:a16="http://schemas.microsoft.com/office/drawing/2014/main" id="{EE890BAE-5A7E-05BF-AA9A-666943CE9387}"/>
              </a:ext>
            </a:extLst>
          </p:cNvPr>
          <p:cNvSpPr>
            <a:spLocks noGrp="1"/>
          </p:cNvSpPr>
          <p:nvPr>
            <p:ph type="pic" sz="quarter" idx="46" hasCustomPrompt="1"/>
          </p:nvPr>
        </p:nvSpPr>
        <p:spPr>
          <a:xfrm>
            <a:off x="7142407"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5" name="Picture Placeholder 3">
            <a:extLst>
              <a:ext uri="{FF2B5EF4-FFF2-40B4-BE49-F238E27FC236}">
                <a16:creationId xmlns:a16="http://schemas.microsoft.com/office/drawing/2014/main" id="{DB1F9243-14E2-6BE0-0494-06C1F0F4DA7A}"/>
              </a:ext>
            </a:extLst>
          </p:cNvPr>
          <p:cNvSpPr>
            <a:spLocks noGrp="1"/>
          </p:cNvSpPr>
          <p:nvPr>
            <p:ph type="pic" sz="quarter" idx="47" hasCustomPrompt="1"/>
          </p:nvPr>
        </p:nvSpPr>
        <p:spPr>
          <a:xfrm>
            <a:off x="1950656"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6" name="Picture Placeholder 3">
            <a:extLst>
              <a:ext uri="{FF2B5EF4-FFF2-40B4-BE49-F238E27FC236}">
                <a16:creationId xmlns:a16="http://schemas.microsoft.com/office/drawing/2014/main" id="{607A0743-423A-D090-C9F4-51FD44D4DD61}"/>
              </a:ext>
            </a:extLst>
          </p:cNvPr>
          <p:cNvSpPr>
            <a:spLocks noGrp="1"/>
          </p:cNvSpPr>
          <p:nvPr>
            <p:ph type="pic" sz="quarter" idx="49" hasCustomPrompt="1"/>
          </p:nvPr>
        </p:nvSpPr>
        <p:spPr>
          <a:xfrm>
            <a:off x="7142407"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13" name="Text Placeholder 23">
            <a:extLst>
              <a:ext uri="{FF2B5EF4-FFF2-40B4-BE49-F238E27FC236}">
                <a16:creationId xmlns:a16="http://schemas.microsoft.com/office/drawing/2014/main" id="{D8BCE896-668F-C55D-FA77-01EFC1D6C57A}"/>
              </a:ext>
            </a:extLst>
          </p:cNvPr>
          <p:cNvSpPr>
            <a:spLocks noGrp="1"/>
          </p:cNvSpPr>
          <p:nvPr>
            <p:ph type="body" sz="quarter" idx="33" hasCustomPrompt="1"/>
          </p:nvPr>
        </p:nvSpPr>
        <p:spPr>
          <a:xfrm>
            <a:off x="2718761"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4" name="Rectangle">
            <a:extLst>
              <a:ext uri="{FF2B5EF4-FFF2-40B4-BE49-F238E27FC236}">
                <a16:creationId xmlns:a16="http://schemas.microsoft.com/office/drawing/2014/main" id="{2DC45A16-8C85-AD25-E065-5AB86C809825}"/>
              </a:ext>
            </a:extLst>
          </p:cNvPr>
          <p:cNvSpPr/>
          <p:nvPr userDrawn="1"/>
        </p:nvSpPr>
        <p:spPr>
          <a:xfrm>
            <a:off x="270042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6" name="Text Placeholder 23">
            <a:extLst>
              <a:ext uri="{FF2B5EF4-FFF2-40B4-BE49-F238E27FC236}">
                <a16:creationId xmlns:a16="http://schemas.microsoft.com/office/drawing/2014/main" id="{A1AF99F8-1569-C695-4CFB-0F53A300A1E8}"/>
              </a:ext>
            </a:extLst>
          </p:cNvPr>
          <p:cNvSpPr>
            <a:spLocks noGrp="1"/>
          </p:cNvSpPr>
          <p:nvPr>
            <p:ph type="body" sz="quarter" idx="45" hasCustomPrompt="1"/>
          </p:nvPr>
        </p:nvSpPr>
        <p:spPr>
          <a:xfrm>
            <a:off x="7928844"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EE574045-CC79-1CC4-6EE4-B81784954845}"/>
              </a:ext>
            </a:extLst>
          </p:cNvPr>
          <p:cNvSpPr/>
          <p:nvPr userDrawn="1"/>
        </p:nvSpPr>
        <p:spPr>
          <a:xfrm>
            <a:off x="7910511"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799494E7-2A18-D1AF-6451-9B7403032062}"/>
              </a:ext>
            </a:extLst>
          </p:cNvPr>
          <p:cNvSpPr>
            <a:spLocks noGrp="1"/>
          </p:cNvSpPr>
          <p:nvPr>
            <p:ph type="body" sz="quarter" idx="50" hasCustomPrompt="1"/>
          </p:nvPr>
        </p:nvSpPr>
        <p:spPr>
          <a:xfrm>
            <a:off x="2718761"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1D10DEFC-1E4F-76FD-F5FD-5B25046E66CA}"/>
              </a:ext>
            </a:extLst>
          </p:cNvPr>
          <p:cNvSpPr/>
          <p:nvPr userDrawn="1"/>
        </p:nvSpPr>
        <p:spPr>
          <a:xfrm>
            <a:off x="270042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1" name="Text Placeholder 23">
            <a:extLst>
              <a:ext uri="{FF2B5EF4-FFF2-40B4-BE49-F238E27FC236}">
                <a16:creationId xmlns:a16="http://schemas.microsoft.com/office/drawing/2014/main" id="{A8878054-533E-10BB-F4FC-2239643CDE5E}"/>
              </a:ext>
            </a:extLst>
          </p:cNvPr>
          <p:cNvSpPr>
            <a:spLocks noGrp="1"/>
          </p:cNvSpPr>
          <p:nvPr>
            <p:ph type="body" sz="quarter" idx="48" hasCustomPrompt="1"/>
          </p:nvPr>
        </p:nvSpPr>
        <p:spPr>
          <a:xfrm>
            <a:off x="7928844"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2" name="Rectangle">
            <a:extLst>
              <a:ext uri="{FF2B5EF4-FFF2-40B4-BE49-F238E27FC236}">
                <a16:creationId xmlns:a16="http://schemas.microsoft.com/office/drawing/2014/main" id="{33364DD9-9116-16F9-5BEA-D017E1629B33}"/>
              </a:ext>
            </a:extLst>
          </p:cNvPr>
          <p:cNvSpPr/>
          <p:nvPr userDrawn="1"/>
        </p:nvSpPr>
        <p:spPr>
          <a:xfrm>
            <a:off x="7910511"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7" name="TextBox 6">
            <a:extLst>
              <a:ext uri="{FF2B5EF4-FFF2-40B4-BE49-F238E27FC236}">
                <a16:creationId xmlns:a16="http://schemas.microsoft.com/office/drawing/2014/main" id="{70094804-E865-5816-F515-2D8F5F6763CF}"/>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72113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ntent with chart and image">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1561381"/>
            <a:ext cx="5944858" cy="4684144"/>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365442" y="4826000"/>
            <a:ext cx="5424500" cy="125730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365442" y="4445154"/>
            <a:ext cx="54284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6" y="3881886"/>
            <a:ext cx="2484000" cy="22128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1828800"/>
            <a:ext cx="52808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78955" y="2280762"/>
            <a:ext cx="2343601" cy="381396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251389"/>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
        <p:nvSpPr>
          <p:cNvPr id="18" name="Slide Number Placeholder 10">
            <a:extLst>
              <a:ext uri="{FF2B5EF4-FFF2-40B4-BE49-F238E27FC236}">
                <a16:creationId xmlns:a16="http://schemas.microsoft.com/office/drawing/2014/main" id="{BBD18C34-78F2-B96D-08D2-412E9ADD1DB0}"/>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Picture Placeholder 9">
            <a:extLst>
              <a:ext uri="{FF2B5EF4-FFF2-40B4-BE49-F238E27FC236}">
                <a16:creationId xmlns:a16="http://schemas.microsoft.com/office/drawing/2014/main" id="{B745E797-9F0E-AD52-F1D3-A03FB6715293}"/>
              </a:ext>
            </a:extLst>
          </p:cNvPr>
          <p:cNvSpPr>
            <a:spLocks noGrp="1"/>
          </p:cNvSpPr>
          <p:nvPr>
            <p:ph type="pic" sz="quarter" idx="37"/>
          </p:nvPr>
        </p:nvSpPr>
        <p:spPr>
          <a:xfrm>
            <a:off x="6542089" y="2208213"/>
            <a:ext cx="2483618" cy="1509712"/>
          </a:xfrm>
          <a:solidFill>
            <a:srgbClr val="D7E0E3"/>
          </a:solidFill>
        </p:spPr>
        <p:txBody>
          <a:bodyPr/>
          <a:lstStyle>
            <a:lvl1pPr marL="0" indent="0">
              <a:buFontTx/>
              <a:buNone/>
              <a:defRPr/>
            </a:lvl1pPr>
          </a:lstStyle>
          <a:p>
            <a:endParaRPr lang="en-US"/>
          </a:p>
        </p:txBody>
      </p:sp>
    </p:spTree>
    <p:extLst>
      <p:ext uri="{BB962C8B-B14F-4D97-AF65-F5344CB8AC3E}">
        <p14:creationId xmlns:p14="http://schemas.microsoft.com/office/powerpoint/2010/main" val="2400018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with Image Option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Content Placeholder 2">
            <a:extLst>
              <a:ext uri="{FF2B5EF4-FFF2-40B4-BE49-F238E27FC236}">
                <a16:creationId xmlns:a16="http://schemas.microsoft.com/office/drawing/2014/main" id="{F63D8120-E5A2-63CA-BA5B-2EEE04EFFADB}"/>
              </a:ext>
            </a:extLst>
          </p:cNvPr>
          <p:cNvSpPr>
            <a:spLocks noGrp="1"/>
          </p:cNvSpPr>
          <p:nvPr>
            <p:ph sz="half" idx="23" hasCustomPrompt="1"/>
          </p:nvPr>
        </p:nvSpPr>
        <p:spPr>
          <a:xfrm>
            <a:off x="365760" y="5543550"/>
            <a:ext cx="5575732" cy="53721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Tree>
    <p:extLst>
      <p:ext uri="{BB962C8B-B14F-4D97-AF65-F5344CB8AC3E}">
        <p14:creationId xmlns:p14="http://schemas.microsoft.com/office/powerpoint/2010/main" val="86102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with Numbered and Image Option 2">
    <p:spTree>
      <p:nvGrpSpPr>
        <p:cNvPr id="1" name=""/>
        <p:cNvGrpSpPr/>
        <p:nvPr/>
      </p:nvGrpSpPr>
      <p:grpSpPr>
        <a:xfrm>
          <a:off x="0" y="0"/>
          <a:ext cx="0" cy="0"/>
          <a:chOff x="0" y="0"/>
          <a:chExt cx="0" cy="0"/>
        </a:xfrm>
      </p:grpSpPr>
      <p:sp>
        <p:nvSpPr>
          <p:cNvPr id="8" name="Rectangle">
            <a:extLst>
              <a:ext uri="{FF2B5EF4-FFF2-40B4-BE49-F238E27FC236}">
                <a16:creationId xmlns:a16="http://schemas.microsoft.com/office/drawing/2014/main" id="{FB4343C5-6BB0-1E23-A559-FD2901DC00F5}"/>
              </a:ext>
            </a:extLst>
          </p:cNvPr>
          <p:cNvSpPr/>
          <p:nvPr userDrawn="1"/>
        </p:nvSpPr>
        <p:spPr>
          <a:xfrm>
            <a:off x="6249491"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FA8037C1-3B71-B75B-9E73-81AD3961ABF0}"/>
              </a:ext>
            </a:extLst>
          </p:cNvPr>
          <p:cNvSpPr/>
          <p:nvPr userDrawn="1"/>
        </p:nvSpPr>
        <p:spPr>
          <a:xfrm>
            <a:off x="919167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7308"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7091"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7091"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9275"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927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575732" cy="914400"/>
          </a:xfrm>
        </p:spPr>
        <p:txBody>
          <a:bodyPr/>
          <a:lstStyle>
            <a:lvl1pPr>
              <a:defRPr>
                <a:latin typeface="Aptos Light" panose="020B0004020202020204" pitchFamily="34" charset="0"/>
              </a:defRPr>
            </a:lvl1pPr>
          </a:lstStyle>
          <a:p>
            <a:r>
              <a:rPr lang="en-US" dirty="0"/>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8" name="TextBox 17">
            <a:extLst>
              <a:ext uri="{FF2B5EF4-FFF2-40B4-BE49-F238E27FC236}">
                <a16:creationId xmlns:a16="http://schemas.microsoft.com/office/drawing/2014/main" id="{97B93CAE-3B82-2DB0-0B81-FC893DE6A2FB}"/>
              </a:ext>
            </a:extLst>
          </p:cNvPr>
          <p:cNvSpPr txBox="1"/>
          <p:nvPr userDrawn="1"/>
        </p:nvSpPr>
        <p:spPr>
          <a:xfrm>
            <a:off x="244315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01</a:t>
            </a:r>
          </a:p>
        </p:txBody>
      </p:sp>
      <p:sp>
        <p:nvSpPr>
          <p:cNvPr id="19" name="TextBox 18">
            <a:extLst>
              <a:ext uri="{FF2B5EF4-FFF2-40B4-BE49-F238E27FC236}">
                <a16:creationId xmlns:a16="http://schemas.microsoft.com/office/drawing/2014/main" id="{818DE04D-F6BF-EAC6-8A2D-E3BC84AF3324}"/>
              </a:ext>
            </a:extLst>
          </p:cNvPr>
          <p:cNvSpPr txBox="1"/>
          <p:nvPr userDrawn="1"/>
        </p:nvSpPr>
        <p:spPr>
          <a:xfrm>
            <a:off x="5328077"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02</a:t>
            </a:r>
          </a:p>
        </p:txBody>
      </p:sp>
      <p:sp>
        <p:nvSpPr>
          <p:cNvPr id="20" name="TextBox 19">
            <a:extLst>
              <a:ext uri="{FF2B5EF4-FFF2-40B4-BE49-F238E27FC236}">
                <a16:creationId xmlns:a16="http://schemas.microsoft.com/office/drawing/2014/main" id="{A6744A6F-A960-7D41-6995-ED0FFC8FA952}"/>
              </a:ext>
            </a:extLst>
          </p:cNvPr>
          <p:cNvSpPr txBox="1"/>
          <p:nvPr userDrawn="1"/>
        </p:nvSpPr>
        <p:spPr>
          <a:xfrm>
            <a:off x="8253346"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03</a:t>
            </a:r>
          </a:p>
        </p:txBody>
      </p:sp>
      <p:sp>
        <p:nvSpPr>
          <p:cNvPr id="21" name="TextBox 20">
            <a:extLst>
              <a:ext uri="{FF2B5EF4-FFF2-40B4-BE49-F238E27FC236}">
                <a16:creationId xmlns:a16="http://schemas.microsoft.com/office/drawing/2014/main" id="{FAA85324-6B06-B062-8016-28E8B4B81D4C}"/>
              </a:ext>
            </a:extLst>
          </p:cNvPr>
          <p:cNvSpPr txBox="1"/>
          <p:nvPr userDrawn="1"/>
        </p:nvSpPr>
        <p:spPr>
          <a:xfrm>
            <a:off x="1119553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04</a:t>
            </a:r>
          </a:p>
        </p:txBody>
      </p:sp>
    </p:spTree>
    <p:extLst>
      <p:ext uri="{BB962C8B-B14F-4D97-AF65-F5344CB8AC3E}">
        <p14:creationId xmlns:p14="http://schemas.microsoft.com/office/powerpoint/2010/main" val="1397524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26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Content with Map Option 1">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6" name="World">
            <a:extLst>
              <a:ext uri="{FF2B5EF4-FFF2-40B4-BE49-F238E27FC236}">
                <a16:creationId xmlns:a16="http://schemas.microsoft.com/office/drawing/2014/main" id="{302B45D3-4A9B-8656-8728-AA9E3A9E764B}"/>
              </a:ext>
            </a:extLst>
          </p:cNvPr>
          <p:cNvSpPr>
            <a:spLocks noChangeAspect="1" noEditPoints="1"/>
          </p:cNvSpPr>
          <p:nvPr userDrawn="1"/>
        </p:nvSpPr>
        <p:spPr bwMode="auto">
          <a:xfrm>
            <a:off x="376688" y="1943100"/>
            <a:ext cx="5405642" cy="2802255"/>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10" name="Legal">
            <a:extLst>
              <a:ext uri="{FF2B5EF4-FFF2-40B4-BE49-F238E27FC236}">
                <a16:creationId xmlns:a16="http://schemas.microsoft.com/office/drawing/2014/main" id="{7483FB71-C3C8-4EF7-489D-A7576DE85041}"/>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1" name="Slide Number Placeholder 10">
            <a:extLst>
              <a:ext uri="{FF2B5EF4-FFF2-40B4-BE49-F238E27FC236}">
                <a16:creationId xmlns:a16="http://schemas.microsoft.com/office/drawing/2014/main" id="{49FCE576-2DA5-91CC-2A0A-17C9376978A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4128035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
        <p:nvSpPr>
          <p:cNvPr id="10" name="Legal">
            <a:extLst>
              <a:ext uri="{FF2B5EF4-FFF2-40B4-BE49-F238E27FC236}">
                <a16:creationId xmlns:a16="http://schemas.microsoft.com/office/drawing/2014/main" id="{B20B0A18-C348-4477-AA54-FD95F4B50C33}"/>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1" name="Slide Number Placeholder 10">
            <a:extLst>
              <a:ext uri="{FF2B5EF4-FFF2-40B4-BE49-F238E27FC236}">
                <a16:creationId xmlns:a16="http://schemas.microsoft.com/office/drawing/2014/main" id="{C285ED8B-289E-6C47-9121-D55C2636AFF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27009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Content with Image ">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365124" y="1828799"/>
            <a:ext cx="3894139" cy="2462057"/>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1966947" y="4958641"/>
            <a:ext cx="6467370" cy="106115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4559687" y="2522973"/>
            <a:ext cx="3874629" cy="1767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1966946" y="4495756"/>
            <a:ext cx="6467370" cy="3384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4559687" y="1867654"/>
            <a:ext cx="3874629"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068556" cy="914400"/>
          </a:xfrm>
        </p:spPr>
        <p:txBody>
          <a:bodyPr/>
          <a:lstStyle>
            <a:lvl1pPr>
              <a:defRPr>
                <a:latin typeface="Aptos Light" panose="020B0004020202020204" pitchFamily="34" charset="0"/>
              </a:defRPr>
            </a:lvl1pPr>
          </a:lstStyle>
          <a:p>
            <a:r>
              <a:rPr lang="en-US" dirty="0"/>
              <a:t>[Slide title]</a:t>
            </a:r>
          </a:p>
        </p:txBody>
      </p:sp>
      <p:sp>
        <p:nvSpPr>
          <p:cNvPr id="5" name="UST" descr="UST">
            <a:extLst>
              <a:ext uri="{FF2B5EF4-FFF2-40B4-BE49-F238E27FC236}">
                <a16:creationId xmlns:a16="http://schemas.microsoft.com/office/drawing/2014/main" id="{DE5593CF-BB63-264B-DD4B-CC52EF84EE59}"/>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latin typeface="Aptos Light" panose="020B0004020202020204" pitchFamily="34" charset="0"/>
            </a:endParaRPr>
          </a:p>
        </p:txBody>
      </p:sp>
      <p:sp>
        <p:nvSpPr>
          <p:cNvPr id="7" name="Legal">
            <a:extLst>
              <a:ext uri="{FF2B5EF4-FFF2-40B4-BE49-F238E27FC236}">
                <a16:creationId xmlns:a16="http://schemas.microsoft.com/office/drawing/2014/main" id="{93456F6C-AF93-F901-5E5C-E0ED270193C2}"/>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8" name="Slide Number Placeholder 10">
            <a:extLst>
              <a:ext uri="{FF2B5EF4-FFF2-40B4-BE49-F238E27FC236}">
                <a16:creationId xmlns:a16="http://schemas.microsoft.com/office/drawing/2014/main" id="{C8CDDAE8-32F1-0A62-E59C-2C956909108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98707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83">
          <p15:clr>
            <a:srgbClr val="FBAE40"/>
          </p15:clr>
        </p15:guide>
        <p15:guide id="2" pos="2506">
          <p15:clr>
            <a:srgbClr val="FBAE40"/>
          </p15:clr>
        </p15:guide>
        <p15:guide id="3" pos="4978">
          <p15:clr>
            <a:srgbClr val="FBAE40"/>
          </p15:clr>
        </p15:guide>
        <p15:guide id="4" pos="5155">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 with chart and icons">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
        <p:nvSpPr>
          <p:cNvPr id="3" name="Picture Placeholder 2">
            <a:extLst>
              <a:ext uri="{FF2B5EF4-FFF2-40B4-BE49-F238E27FC236}">
                <a16:creationId xmlns:a16="http://schemas.microsoft.com/office/drawing/2014/main" id="{12498F86-8473-31F9-5785-3E5C9CE98C8E}"/>
              </a:ext>
            </a:extLst>
          </p:cNvPr>
          <p:cNvSpPr>
            <a:spLocks noGrp="1"/>
          </p:cNvSpPr>
          <p:nvPr>
            <p:ph type="pic" sz="quarter" idx="16" hasCustomPrompt="1"/>
          </p:nvPr>
        </p:nvSpPr>
        <p:spPr>
          <a:xfrm>
            <a:off x="365125" y="1619954"/>
            <a:ext cx="3611564"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231065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Table with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2828925" y="2314574"/>
            <a:ext cx="5657850" cy="294322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8" name="Picture Placeholder 2">
            <a:extLst>
              <a:ext uri="{FF2B5EF4-FFF2-40B4-BE49-F238E27FC236}">
                <a16:creationId xmlns:a16="http://schemas.microsoft.com/office/drawing/2014/main" id="{204027CF-899E-166B-C324-E8BE2DA5E83A}"/>
              </a:ext>
            </a:extLst>
          </p:cNvPr>
          <p:cNvSpPr>
            <a:spLocks noGrp="1"/>
          </p:cNvSpPr>
          <p:nvPr>
            <p:ph type="pic" sz="quarter" idx="16" hasCustomPrompt="1"/>
          </p:nvPr>
        </p:nvSpPr>
        <p:spPr>
          <a:xfrm>
            <a:off x="365125" y="1619954"/>
            <a:ext cx="2178050"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9" name="Text Placeholder 23">
            <a:extLst>
              <a:ext uri="{FF2B5EF4-FFF2-40B4-BE49-F238E27FC236}">
                <a16:creationId xmlns:a16="http://schemas.microsoft.com/office/drawing/2014/main" id="{5B071885-DBF9-E035-E833-5927C802B76E}"/>
              </a:ext>
            </a:extLst>
          </p:cNvPr>
          <p:cNvSpPr>
            <a:spLocks noGrp="1"/>
          </p:cNvSpPr>
          <p:nvPr>
            <p:ph type="body" sz="quarter" idx="24" hasCustomPrompt="1"/>
          </p:nvPr>
        </p:nvSpPr>
        <p:spPr>
          <a:xfrm>
            <a:off x="2828925" y="1619954"/>
            <a:ext cx="8994267" cy="526483"/>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21" name="Content Placeholder 4">
            <a:extLst>
              <a:ext uri="{FF2B5EF4-FFF2-40B4-BE49-F238E27FC236}">
                <a16:creationId xmlns:a16="http://schemas.microsoft.com/office/drawing/2014/main" id="{0DE0A2E2-ABA6-874A-4396-56EF0D43B92B}"/>
              </a:ext>
            </a:extLst>
          </p:cNvPr>
          <p:cNvSpPr>
            <a:spLocks noGrp="1"/>
          </p:cNvSpPr>
          <p:nvPr>
            <p:ph sz="quarter" idx="13" hasCustomPrompt="1"/>
          </p:nvPr>
        </p:nvSpPr>
        <p:spPr>
          <a:xfrm>
            <a:off x="8877300" y="2314574"/>
            <a:ext cx="2945892" cy="3766186"/>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Tree>
    <p:extLst>
      <p:ext uri="{BB962C8B-B14F-4D97-AF65-F5344CB8AC3E}">
        <p14:creationId xmlns:p14="http://schemas.microsoft.com/office/powerpoint/2010/main" val="275614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Table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76A51823-0A0E-6B74-DF99-30DC7CF78F08}"/>
              </a:ext>
            </a:extLst>
          </p:cNvPr>
          <p:cNvSpPr>
            <a:spLocks/>
          </p:cNvSpPr>
          <p:nvPr userDrawn="1"/>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Legal">
            <a:extLst>
              <a:ext uri="{FF2B5EF4-FFF2-40B4-BE49-F238E27FC236}">
                <a16:creationId xmlns:a16="http://schemas.microsoft.com/office/drawing/2014/main" id="{FB61353C-1C41-FF98-EFB3-30FB9F3B99D5}"/>
              </a:ext>
            </a:extLst>
          </p:cNvPr>
          <p:cNvSpPr txBox="1">
            <a:spLocks/>
          </p:cNvSpPr>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6" name="Slide Number Placeholder 10">
            <a:extLst>
              <a:ext uri="{FF2B5EF4-FFF2-40B4-BE49-F238E27FC236}">
                <a16:creationId xmlns:a16="http://schemas.microsoft.com/office/drawing/2014/main" id="{DC1F637D-61C4-74B5-3BF1-6130B764650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7" name="Content Placeholder 2">
            <a:extLst>
              <a:ext uri="{FF2B5EF4-FFF2-40B4-BE49-F238E27FC236}">
                <a16:creationId xmlns:a16="http://schemas.microsoft.com/office/drawing/2014/main" id="{5669CB96-92D2-4A53-7760-8A6196161E38}"/>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Text Placeholder 23">
            <a:extLst>
              <a:ext uri="{FF2B5EF4-FFF2-40B4-BE49-F238E27FC236}">
                <a16:creationId xmlns:a16="http://schemas.microsoft.com/office/drawing/2014/main" id="{FDA57737-95D1-C96B-59E6-05BA512C00CC}"/>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65125" y="1619954"/>
            <a:ext cx="8121650" cy="363784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312547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our Content with Icons">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userDrawn="1"/>
        </p:nvSpPr>
        <p:spPr>
          <a:xfrm>
            <a:off x="91879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6" name="Picture Placeholder 15">
            <a:extLst>
              <a:ext uri="{FF2B5EF4-FFF2-40B4-BE49-F238E27FC236}">
                <a16:creationId xmlns:a16="http://schemas.microsoft.com/office/drawing/2014/main" id="{270353E4-7203-F007-2B7F-76E3536428CF}"/>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dirty="0"/>
              <a:t>ICONS</a:t>
            </a:r>
          </a:p>
        </p:txBody>
      </p:sp>
      <p:sp>
        <p:nvSpPr>
          <p:cNvPr id="17" name="Picture Placeholder 15">
            <a:extLst>
              <a:ext uri="{FF2B5EF4-FFF2-40B4-BE49-F238E27FC236}">
                <a16:creationId xmlns:a16="http://schemas.microsoft.com/office/drawing/2014/main" id="{5B996097-C154-1646-7A44-B3F47471C8A9}"/>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dirty="0"/>
              <a:t>ICONS</a:t>
            </a:r>
          </a:p>
        </p:txBody>
      </p:sp>
      <p:sp>
        <p:nvSpPr>
          <p:cNvPr id="18" name="Picture Placeholder 15">
            <a:extLst>
              <a:ext uri="{FF2B5EF4-FFF2-40B4-BE49-F238E27FC236}">
                <a16:creationId xmlns:a16="http://schemas.microsoft.com/office/drawing/2014/main" id="{E10F9CFE-7DA6-67BF-B9F0-514C0EE73C5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dirty="0"/>
              <a:t>ICONS</a:t>
            </a:r>
          </a:p>
        </p:txBody>
      </p:sp>
      <p:sp>
        <p:nvSpPr>
          <p:cNvPr id="19" name="Picture Placeholder 15">
            <a:extLst>
              <a:ext uri="{FF2B5EF4-FFF2-40B4-BE49-F238E27FC236}">
                <a16:creationId xmlns:a16="http://schemas.microsoft.com/office/drawing/2014/main" id="{0B0AB8C9-1D20-7BE7-5898-41FAD8FF458A}"/>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176198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our Content with Icons 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4E91DC-7A19-189D-88BF-41FF649D90FA}"/>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7" name="UST" descr="UST">
            <a:extLst>
              <a:ext uri="{FF2B5EF4-FFF2-40B4-BE49-F238E27FC236}">
                <a16:creationId xmlns:a16="http://schemas.microsoft.com/office/drawing/2014/main" id="{98320D35-625B-42B1-0DAB-E0F735F519C0}"/>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Legal">
            <a:extLst>
              <a:ext uri="{FF2B5EF4-FFF2-40B4-BE49-F238E27FC236}">
                <a16:creationId xmlns:a16="http://schemas.microsoft.com/office/drawing/2014/main" id="{2E24C0DE-F12D-16B1-CA73-3C659B596216}"/>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5" name="Slide Number Placeholder 10">
            <a:extLst>
              <a:ext uri="{FF2B5EF4-FFF2-40B4-BE49-F238E27FC236}">
                <a16:creationId xmlns:a16="http://schemas.microsoft.com/office/drawing/2014/main" id="{7EBF936B-4A69-33A1-1F72-AFDC945BA0D0}"/>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userDrawn="1"/>
        </p:nvSpPr>
        <p:spPr>
          <a:xfrm>
            <a:off x="91879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1" name="Content Placeholder 2">
            <a:extLst>
              <a:ext uri="{FF2B5EF4-FFF2-40B4-BE49-F238E27FC236}">
                <a16:creationId xmlns:a16="http://schemas.microsoft.com/office/drawing/2014/main" id="{3AA5C671-3D69-9BA0-6A72-66479F973D14}"/>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2" name="Content Placeholder 3">
            <a:extLst>
              <a:ext uri="{FF2B5EF4-FFF2-40B4-BE49-F238E27FC236}">
                <a16:creationId xmlns:a16="http://schemas.microsoft.com/office/drawing/2014/main" id="{B252075D-9496-78FE-B65E-43EDAAB9AB3B}"/>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3" name="Content Placeholder 4">
            <a:extLst>
              <a:ext uri="{FF2B5EF4-FFF2-40B4-BE49-F238E27FC236}">
                <a16:creationId xmlns:a16="http://schemas.microsoft.com/office/drawing/2014/main" id="{A9E64215-D1F4-DD33-4BCA-06BC662E6EA2}"/>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5" name="Text Placeholder 23">
            <a:extLst>
              <a:ext uri="{FF2B5EF4-FFF2-40B4-BE49-F238E27FC236}">
                <a16:creationId xmlns:a16="http://schemas.microsoft.com/office/drawing/2014/main" id="{1685D53D-9872-2E05-F67B-F789AD538602}"/>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8" name="Text Placeholder 23">
            <a:extLst>
              <a:ext uri="{FF2B5EF4-FFF2-40B4-BE49-F238E27FC236}">
                <a16:creationId xmlns:a16="http://schemas.microsoft.com/office/drawing/2014/main" id="{F0F2594D-4B08-E96D-88C7-83D5B59DDA55}"/>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9" name="Text Placeholder 23">
            <a:extLst>
              <a:ext uri="{FF2B5EF4-FFF2-40B4-BE49-F238E27FC236}">
                <a16:creationId xmlns:a16="http://schemas.microsoft.com/office/drawing/2014/main" id="{A8C45A16-F6AF-79E4-ABE4-980985D6E88D}"/>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30" name="Content Placeholder 4">
            <a:extLst>
              <a:ext uri="{FF2B5EF4-FFF2-40B4-BE49-F238E27FC236}">
                <a16:creationId xmlns:a16="http://schemas.microsoft.com/office/drawing/2014/main" id="{A9467270-0EF8-A7E2-B6B1-F5C43D1F8AC4}"/>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1" name="Text Placeholder 23">
            <a:extLst>
              <a:ext uri="{FF2B5EF4-FFF2-40B4-BE49-F238E27FC236}">
                <a16:creationId xmlns:a16="http://schemas.microsoft.com/office/drawing/2014/main" id="{743D0181-5483-3441-362F-466023E6F418}"/>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32" name="Picture Placeholder 15">
            <a:extLst>
              <a:ext uri="{FF2B5EF4-FFF2-40B4-BE49-F238E27FC236}">
                <a16:creationId xmlns:a16="http://schemas.microsoft.com/office/drawing/2014/main" id="{0419E103-77EB-7D50-C2B7-BB9A49372C81}"/>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dirty="0"/>
              <a:t>ICONS</a:t>
            </a:r>
          </a:p>
        </p:txBody>
      </p:sp>
      <p:sp>
        <p:nvSpPr>
          <p:cNvPr id="33" name="Picture Placeholder 15">
            <a:extLst>
              <a:ext uri="{FF2B5EF4-FFF2-40B4-BE49-F238E27FC236}">
                <a16:creationId xmlns:a16="http://schemas.microsoft.com/office/drawing/2014/main" id="{4CE07DAA-BBB0-10C2-D400-C1EA56893018}"/>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dirty="0"/>
              <a:t>ICONS</a:t>
            </a:r>
          </a:p>
        </p:txBody>
      </p:sp>
      <p:sp>
        <p:nvSpPr>
          <p:cNvPr id="34" name="Picture Placeholder 15">
            <a:extLst>
              <a:ext uri="{FF2B5EF4-FFF2-40B4-BE49-F238E27FC236}">
                <a16:creationId xmlns:a16="http://schemas.microsoft.com/office/drawing/2014/main" id="{357E1D4C-7741-CE2E-5049-4F0E67490A0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dirty="0"/>
              <a:t>ICONS</a:t>
            </a:r>
          </a:p>
        </p:txBody>
      </p:sp>
      <p:sp>
        <p:nvSpPr>
          <p:cNvPr id="35" name="Picture Placeholder 15">
            <a:extLst>
              <a:ext uri="{FF2B5EF4-FFF2-40B4-BE49-F238E27FC236}">
                <a16:creationId xmlns:a16="http://schemas.microsoft.com/office/drawing/2014/main" id="{392105B4-F615-0097-2247-1AF2C932EB48}"/>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166614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4191631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500828-6071-0889-65BB-0FC3655E2D09}"/>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63BDAF2E-DD6E-72F0-91D7-FCD33F705716}"/>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13" name="Legal">
            <a:extLst>
              <a:ext uri="{FF2B5EF4-FFF2-40B4-BE49-F238E27FC236}">
                <a16:creationId xmlns:a16="http://schemas.microsoft.com/office/drawing/2014/main" id="{6E56E1E6-6F65-0611-37E8-798096A1F5DC}"/>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6" name="Slide Number Placeholder 10">
            <a:extLst>
              <a:ext uri="{FF2B5EF4-FFF2-40B4-BE49-F238E27FC236}">
                <a16:creationId xmlns:a16="http://schemas.microsoft.com/office/drawing/2014/main" id="{2C462018-605C-661D-7350-F489E287974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90681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B">
    <p:bg>
      <p:bgPr>
        <a:solidFill>
          <a:srgbClr val="231F20"/>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8B4A6D51-0ECE-1508-082B-74183E57491A}"/>
              </a:ext>
            </a:extLst>
          </p:cNvPr>
          <p:cNvSpPr>
            <a:spLocks noGrp="1"/>
          </p:cNvSpPr>
          <p:nvPr>
            <p:ph type="pic" sz="quarter" idx="16" hasCustomPrompt="1"/>
          </p:nvPr>
        </p:nvSpPr>
        <p:spPr>
          <a:xfrm>
            <a:off x="9187992" y="1828800"/>
            <a:ext cx="2635200" cy="3714750"/>
          </a:xfrm>
          <a:solidFill>
            <a:schemeClr val="tx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3" name="Rectangle">
            <a:extLst>
              <a:ext uri="{FF2B5EF4-FFF2-40B4-BE49-F238E27FC236}">
                <a16:creationId xmlns:a16="http://schemas.microsoft.com/office/drawing/2014/main" id="{033E8A50-B66E-182E-DF12-37DB1488F935}"/>
              </a:ext>
            </a:extLst>
          </p:cNvPr>
          <p:cNvSpPr/>
          <p:nvPr userDrawn="1"/>
        </p:nvSpPr>
        <p:spPr>
          <a:xfrm>
            <a:off x="365125"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4" name="Rectangle">
            <a:extLst>
              <a:ext uri="{FF2B5EF4-FFF2-40B4-BE49-F238E27FC236}">
                <a16:creationId xmlns:a16="http://schemas.microsoft.com/office/drawing/2014/main" id="{853A4EE3-F8CD-12D1-1633-8C6E7A7612D9}"/>
              </a:ext>
            </a:extLst>
          </p:cNvPr>
          <p:cNvSpPr/>
          <p:nvPr userDrawn="1"/>
        </p:nvSpPr>
        <p:spPr>
          <a:xfrm>
            <a:off x="330629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5" name="Rectangle">
            <a:extLst>
              <a:ext uri="{FF2B5EF4-FFF2-40B4-BE49-F238E27FC236}">
                <a16:creationId xmlns:a16="http://schemas.microsoft.com/office/drawing/2014/main" id="{0D9A3108-F2E2-EC14-41C0-BA4F107860F8}"/>
              </a:ext>
            </a:extLst>
          </p:cNvPr>
          <p:cNvSpPr/>
          <p:nvPr userDrawn="1"/>
        </p:nvSpPr>
        <p:spPr>
          <a:xfrm>
            <a:off x="624714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6" name="Content Placeholder 2">
            <a:extLst>
              <a:ext uri="{FF2B5EF4-FFF2-40B4-BE49-F238E27FC236}">
                <a16:creationId xmlns:a16="http://schemas.microsoft.com/office/drawing/2014/main" id="{8E900DCB-53B8-B843-155B-6365EA82E65A}"/>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Content Placeholder 3">
            <a:extLst>
              <a:ext uri="{FF2B5EF4-FFF2-40B4-BE49-F238E27FC236}">
                <a16:creationId xmlns:a16="http://schemas.microsoft.com/office/drawing/2014/main" id="{6C32CF81-40DF-6231-15DC-F553CEE5D224}"/>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DC4A2E89-D5BA-E9DA-4410-342939BD046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0" name="Text Placeholder 23">
            <a:extLst>
              <a:ext uri="{FF2B5EF4-FFF2-40B4-BE49-F238E27FC236}">
                <a16:creationId xmlns:a16="http://schemas.microsoft.com/office/drawing/2014/main" id="{2450CC90-F356-A855-4F14-24E0CF0DC9A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1" name="Text Placeholder 23">
            <a:extLst>
              <a:ext uri="{FF2B5EF4-FFF2-40B4-BE49-F238E27FC236}">
                <a16:creationId xmlns:a16="http://schemas.microsoft.com/office/drawing/2014/main" id="{64B5BDE5-182D-FEF7-9B09-BDBC36C5D1F0}"/>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2" name="Text Placeholder 23">
            <a:extLst>
              <a:ext uri="{FF2B5EF4-FFF2-40B4-BE49-F238E27FC236}">
                <a16:creationId xmlns:a16="http://schemas.microsoft.com/office/drawing/2014/main" id="{EA5AB929-D518-8327-70AD-2CC6DB4CCD55}"/>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3" name="Title 1">
            <a:extLst>
              <a:ext uri="{FF2B5EF4-FFF2-40B4-BE49-F238E27FC236}">
                <a16:creationId xmlns:a16="http://schemas.microsoft.com/office/drawing/2014/main" id="{CA4C7341-6A9E-B882-C754-AC87CFCC15C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4" name="Text Placeholder 23">
            <a:extLst>
              <a:ext uri="{FF2B5EF4-FFF2-40B4-BE49-F238E27FC236}">
                <a16:creationId xmlns:a16="http://schemas.microsoft.com/office/drawing/2014/main" id="{D89ABCC6-09D1-44B5-7718-09418D58E74E}"/>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7" name="Text Placeholder 23">
            <a:extLst>
              <a:ext uri="{FF2B5EF4-FFF2-40B4-BE49-F238E27FC236}">
                <a16:creationId xmlns:a16="http://schemas.microsoft.com/office/drawing/2014/main" id="{2CEFAD42-6CC3-30B0-1CEF-B7A24BB50EED}"/>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8" name="Text Placeholder 23">
            <a:extLst>
              <a:ext uri="{FF2B5EF4-FFF2-40B4-BE49-F238E27FC236}">
                <a16:creationId xmlns:a16="http://schemas.microsoft.com/office/drawing/2014/main" id="{7F919A03-3F72-30C4-9950-8C5CC5FBEFE2}"/>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17680448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hree Content Image with Icons">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563798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Content Image with Icons 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4741B-2852-3A02-43CD-15AA8E710A1D}"/>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8160C99E-CF9F-1750-1275-9F67A2D3D26E}"/>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Legal">
            <a:extLst>
              <a:ext uri="{FF2B5EF4-FFF2-40B4-BE49-F238E27FC236}">
                <a16:creationId xmlns:a16="http://schemas.microsoft.com/office/drawing/2014/main" id="{E4D8010C-811E-CCE4-8F0E-C08AA3569EE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8" name="Slide Number Placeholder 10">
            <a:extLst>
              <a:ext uri="{FF2B5EF4-FFF2-40B4-BE49-F238E27FC236}">
                <a16:creationId xmlns:a16="http://schemas.microsoft.com/office/drawing/2014/main" id="{865D83B1-9530-C977-4ACB-0613AEF2783F}"/>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339073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Highlighting cotent with Percentag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544BFA8F-920A-9CDF-6246-2F65467AE3C5}"/>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dirty="0"/>
              <a:t>[Slide title]</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dirty="0"/>
              <a:t>ICONS</a:t>
            </a:r>
          </a:p>
        </p:txBody>
      </p:sp>
      <p:sp>
        <p:nvSpPr>
          <p:cNvPr id="6" name="Content Placeholder 3">
            <a:extLst>
              <a:ext uri="{FF2B5EF4-FFF2-40B4-BE49-F238E27FC236}">
                <a16:creationId xmlns:a16="http://schemas.microsoft.com/office/drawing/2014/main" id="{060471DA-547D-255F-D494-B5B229AE841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7" name="Picture Placeholder 15">
            <a:extLst>
              <a:ext uri="{FF2B5EF4-FFF2-40B4-BE49-F238E27FC236}">
                <a16:creationId xmlns:a16="http://schemas.microsoft.com/office/drawing/2014/main" id="{AACBF491-226E-CC82-6473-CE08F7DAA147}"/>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dirty="0"/>
              <a:t>ICONS</a:t>
            </a:r>
          </a:p>
        </p:txBody>
      </p:sp>
      <p:sp>
        <p:nvSpPr>
          <p:cNvPr id="10" name="Content Placeholder 3">
            <a:extLst>
              <a:ext uri="{FF2B5EF4-FFF2-40B4-BE49-F238E27FC236}">
                <a16:creationId xmlns:a16="http://schemas.microsoft.com/office/drawing/2014/main" id="{90079E21-E643-2B1E-5CB0-AEDFA4373D7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5" name="Picture Placeholder 15">
            <a:extLst>
              <a:ext uri="{FF2B5EF4-FFF2-40B4-BE49-F238E27FC236}">
                <a16:creationId xmlns:a16="http://schemas.microsoft.com/office/drawing/2014/main" id="{39B95005-AC3B-4823-6365-72E4B39E20ED}"/>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dirty="0"/>
              <a:t>ICONS</a:t>
            </a:r>
          </a:p>
        </p:txBody>
      </p:sp>
      <p:sp>
        <p:nvSpPr>
          <p:cNvPr id="19" name="Text Placeholder 17">
            <a:extLst>
              <a:ext uri="{FF2B5EF4-FFF2-40B4-BE49-F238E27FC236}">
                <a16:creationId xmlns:a16="http://schemas.microsoft.com/office/drawing/2014/main" id="{F115BF04-14DF-5A60-DDCE-86CEFEAD569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1" name="Text Placeholder 17">
            <a:extLst>
              <a:ext uri="{FF2B5EF4-FFF2-40B4-BE49-F238E27FC236}">
                <a16:creationId xmlns:a16="http://schemas.microsoft.com/office/drawing/2014/main" id="{06B2DAC2-4037-2A6F-A67E-88004A36294A}"/>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Tree>
    <p:extLst>
      <p:ext uri="{BB962C8B-B14F-4D97-AF65-F5344CB8AC3E}">
        <p14:creationId xmlns:p14="http://schemas.microsoft.com/office/powerpoint/2010/main" val="2371615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Highlighting cotent with Percentage 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E66016-FB95-B97A-DC2A-E341813F10C9}"/>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3" name="Legal">
            <a:extLst>
              <a:ext uri="{FF2B5EF4-FFF2-40B4-BE49-F238E27FC236}">
                <a16:creationId xmlns:a16="http://schemas.microsoft.com/office/drawing/2014/main" id="{035ACE38-FB19-B319-F1ED-10185FFDF487}"/>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4" name="Slide Number Placeholder 10">
            <a:extLst>
              <a:ext uri="{FF2B5EF4-FFF2-40B4-BE49-F238E27FC236}">
                <a16:creationId xmlns:a16="http://schemas.microsoft.com/office/drawing/2014/main" id="{7D262AB0-A4ED-6092-158D-0E37CB201438}"/>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dirty="0"/>
              <a:t>[Slide title]</a:t>
            </a:r>
          </a:p>
        </p:txBody>
      </p:sp>
      <p:sp>
        <p:nvSpPr>
          <p:cNvPr id="27" name="Text Placeholder 17">
            <a:extLst>
              <a:ext uri="{FF2B5EF4-FFF2-40B4-BE49-F238E27FC236}">
                <a16:creationId xmlns:a16="http://schemas.microsoft.com/office/drawing/2014/main" id="{01C2B288-91EB-5DC9-FDB6-DA4B066E027F}"/>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8" name="Content Placeholder 3">
            <a:extLst>
              <a:ext uri="{FF2B5EF4-FFF2-40B4-BE49-F238E27FC236}">
                <a16:creationId xmlns:a16="http://schemas.microsoft.com/office/drawing/2014/main" id="{1C41F1FB-9BFF-D120-AEE5-E46A6EC1C212}"/>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9" name="Picture Placeholder 15">
            <a:extLst>
              <a:ext uri="{FF2B5EF4-FFF2-40B4-BE49-F238E27FC236}">
                <a16:creationId xmlns:a16="http://schemas.microsoft.com/office/drawing/2014/main" id="{20168701-32DE-B60C-86CF-A2FA91F1326E}"/>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dirty="0"/>
              <a:t>ICONS</a:t>
            </a:r>
          </a:p>
        </p:txBody>
      </p:sp>
      <p:sp>
        <p:nvSpPr>
          <p:cNvPr id="30" name="Content Placeholder 3">
            <a:extLst>
              <a:ext uri="{FF2B5EF4-FFF2-40B4-BE49-F238E27FC236}">
                <a16:creationId xmlns:a16="http://schemas.microsoft.com/office/drawing/2014/main" id="{1CA8A6CB-43DF-37E1-7314-DC54A2F259A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31" name="Picture Placeholder 15">
            <a:extLst>
              <a:ext uri="{FF2B5EF4-FFF2-40B4-BE49-F238E27FC236}">
                <a16:creationId xmlns:a16="http://schemas.microsoft.com/office/drawing/2014/main" id="{605A113E-759E-FB17-82A3-E5A1E796F512}"/>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dirty="0"/>
              <a:t>ICONS</a:t>
            </a:r>
          </a:p>
        </p:txBody>
      </p:sp>
      <p:sp>
        <p:nvSpPr>
          <p:cNvPr id="32" name="Content Placeholder 3">
            <a:extLst>
              <a:ext uri="{FF2B5EF4-FFF2-40B4-BE49-F238E27FC236}">
                <a16:creationId xmlns:a16="http://schemas.microsoft.com/office/drawing/2014/main" id="{10C6F23D-2BB3-ED49-8B2F-DC26FF3178C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33" name="Picture Placeholder 15">
            <a:extLst>
              <a:ext uri="{FF2B5EF4-FFF2-40B4-BE49-F238E27FC236}">
                <a16:creationId xmlns:a16="http://schemas.microsoft.com/office/drawing/2014/main" id="{CEF189D7-E401-42D6-4ED4-1DA665ECF28E}"/>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dirty="0"/>
              <a:t>ICONS</a:t>
            </a:r>
          </a:p>
        </p:txBody>
      </p:sp>
      <p:sp>
        <p:nvSpPr>
          <p:cNvPr id="34" name="Text Placeholder 17">
            <a:extLst>
              <a:ext uri="{FF2B5EF4-FFF2-40B4-BE49-F238E27FC236}">
                <a16:creationId xmlns:a16="http://schemas.microsoft.com/office/drawing/2014/main" id="{7462530E-C734-AD9B-8AA2-1196E4137D5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35" name="Text Placeholder 17">
            <a:extLst>
              <a:ext uri="{FF2B5EF4-FFF2-40B4-BE49-F238E27FC236}">
                <a16:creationId xmlns:a16="http://schemas.microsoft.com/office/drawing/2014/main" id="{140DBDE3-A2A4-3CFB-994A-FDFAB6548538}"/>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Tree>
    <p:extLst>
      <p:ext uri="{BB962C8B-B14F-4D97-AF65-F5344CB8AC3E}">
        <p14:creationId xmlns:p14="http://schemas.microsoft.com/office/powerpoint/2010/main" val="1351606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userDrawn="1">
          <p15:clr>
            <a:srgbClr val="FBAE40"/>
          </p15:clr>
        </p15:guide>
        <p15:guide id="4" pos="5172" userDrawn="1">
          <p15:clr>
            <a:srgbClr val="FBAE40"/>
          </p15:clr>
        </p15:guide>
        <p15:guide id="5" orient="horz" pos="3832" userDrawn="1">
          <p15:clr>
            <a:srgbClr val="FBAE40"/>
          </p15:clr>
        </p15:guide>
        <p15:guide id="6" orient="horz" pos="1152" userDrawn="1">
          <p15:clr>
            <a:srgbClr val="FBAE40"/>
          </p15:clr>
        </p15:guide>
        <p15:guide id="7" orient="horz" pos="4148"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latin typeface="Aptos Light" panose="020B0004020202020204" pitchFamily="34" charset="0"/>
              </a:defRPr>
            </a:lvl1pPr>
            <a:lvl2pPr marL="182880">
              <a:spcBef>
                <a:spcPts val="1200"/>
              </a:spcBef>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latin typeface="Aptos Light" panose="020B0004020202020204" pitchFamily="34" charset="0"/>
              </a:defRPr>
            </a:lvl6pPr>
            <a:lvl7pPr marL="1097280">
              <a:defRPr>
                <a:solidFill>
                  <a:schemeClr val="bg1"/>
                </a:solidFill>
                <a:latin typeface="Aptos Light" panose="020B0004020202020204" pitchFamily="34" charset="0"/>
              </a:defRPr>
            </a:lvl7pPr>
            <a:lvl8pPr marL="1280160">
              <a:defRPr>
                <a:solidFill>
                  <a:schemeClr val="bg1"/>
                </a:solidFill>
                <a:latin typeface="Aptos Light" panose="020B0004020202020204" pitchFamily="34" charset="0"/>
              </a:defRPr>
            </a:lvl8pPr>
            <a:lvl9pPr marL="1463040">
              <a:defRPr>
                <a:solidFill>
                  <a:schemeClr val="bg1"/>
                </a:solidFill>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sp>
        <p:nvSpPr>
          <p:cNvPr id="2" name="Legal">
            <a:extLst>
              <a:ext uri="{FF2B5EF4-FFF2-40B4-BE49-F238E27FC236}">
                <a16:creationId xmlns:a16="http://schemas.microsoft.com/office/drawing/2014/main" id="{338FF755-3902-38F2-E779-7D1AFA4F65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p15:clr>
            <a:srgbClr val="FBAE40"/>
          </p15:clr>
        </p15:guide>
        <p15:guide id="4" orient="horz" pos="1440" userDrawn="1">
          <p15:clr>
            <a:srgbClr val="FBAE40"/>
          </p15:clr>
        </p15:guide>
        <p15:guide id="5" orient="horz" pos="4148">
          <p15:clr>
            <a:srgbClr val="FBAE40"/>
          </p15:clr>
        </p15:guide>
        <p15:guide id="6" pos="3840"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and Highlighting text with Image">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sp>
        <p:nvSpPr>
          <p:cNvPr id="2" name="Content Placeholder 4">
            <a:extLst>
              <a:ext uri="{FF2B5EF4-FFF2-40B4-BE49-F238E27FC236}">
                <a16:creationId xmlns:a16="http://schemas.microsoft.com/office/drawing/2014/main" id="{FE164CAC-D2C6-A9D8-0C8C-8EA84394A9B9}"/>
              </a:ext>
            </a:extLst>
          </p:cNvPr>
          <p:cNvSpPr>
            <a:spLocks noGrp="1"/>
          </p:cNvSpPr>
          <p:nvPr>
            <p:ph sz="quarter" idx="13" hasCustomPrompt="1"/>
          </p:nvPr>
        </p:nvSpPr>
        <p:spPr>
          <a:xfrm>
            <a:off x="3227744"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5" name="Content Placeholder 4">
            <a:extLst>
              <a:ext uri="{FF2B5EF4-FFF2-40B4-BE49-F238E27FC236}">
                <a16:creationId xmlns:a16="http://schemas.microsoft.com/office/drawing/2014/main" id="{C888F882-678E-90D0-B453-0055E25ADD1D}"/>
              </a:ext>
            </a:extLst>
          </p:cNvPr>
          <p:cNvSpPr>
            <a:spLocks noGrp="1"/>
          </p:cNvSpPr>
          <p:nvPr>
            <p:ph sz="quarter" idx="30" hasCustomPrompt="1"/>
          </p:nvPr>
        </p:nvSpPr>
        <p:spPr>
          <a:xfrm>
            <a:off x="365759"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7" name="Picture Placeholder 15">
            <a:extLst>
              <a:ext uri="{FF2B5EF4-FFF2-40B4-BE49-F238E27FC236}">
                <a16:creationId xmlns:a16="http://schemas.microsoft.com/office/drawing/2014/main" id="{F52DFACB-B21F-AE9F-1707-AC83206F9583}"/>
              </a:ext>
            </a:extLst>
          </p:cNvPr>
          <p:cNvSpPr>
            <a:spLocks noGrp="1"/>
          </p:cNvSpPr>
          <p:nvPr>
            <p:ph type="pic" sz="quarter" idx="34" hasCustomPrompt="1"/>
          </p:nvPr>
        </p:nvSpPr>
        <p:spPr>
          <a:xfrm>
            <a:off x="365760" y="2544377"/>
            <a:ext cx="526483" cy="526483"/>
          </a:xfrm>
        </p:spPr>
        <p:txBody>
          <a:bodyPr>
            <a:normAutofit/>
          </a:bodyPr>
          <a:lstStyle>
            <a:lvl1pPr marL="0" indent="0">
              <a:buFontTx/>
              <a:buNone/>
              <a:defRPr sz="1000"/>
            </a:lvl1pPr>
          </a:lstStyle>
          <a:p>
            <a:r>
              <a:rPr lang="en-US" dirty="0"/>
              <a:t>ICONS</a:t>
            </a:r>
          </a:p>
        </p:txBody>
      </p:sp>
      <p:sp>
        <p:nvSpPr>
          <p:cNvPr id="9" name="Picture Placeholder 15">
            <a:extLst>
              <a:ext uri="{FF2B5EF4-FFF2-40B4-BE49-F238E27FC236}">
                <a16:creationId xmlns:a16="http://schemas.microsoft.com/office/drawing/2014/main" id="{AD94B075-29E9-7181-2F2B-EB86C48A18CC}"/>
              </a:ext>
            </a:extLst>
          </p:cNvPr>
          <p:cNvSpPr>
            <a:spLocks noGrp="1"/>
          </p:cNvSpPr>
          <p:nvPr>
            <p:ph type="pic" sz="quarter" idx="35" hasCustomPrompt="1"/>
          </p:nvPr>
        </p:nvSpPr>
        <p:spPr>
          <a:xfrm>
            <a:off x="3227745" y="2544377"/>
            <a:ext cx="526483" cy="526483"/>
          </a:xfrm>
        </p:spPr>
        <p:txBody>
          <a:bodyPr>
            <a:normAutofit/>
          </a:bodyPr>
          <a:lstStyle>
            <a:lvl1pPr marL="0" indent="0">
              <a:buFontTx/>
              <a:buNone/>
              <a:defRPr sz="1000"/>
            </a:lvl1pPr>
          </a:lstStyle>
          <a:p>
            <a:r>
              <a:rPr lang="en-US" dirty="0"/>
              <a:t>ICONS</a:t>
            </a:r>
          </a:p>
        </p:txBody>
      </p:sp>
      <p:sp>
        <p:nvSpPr>
          <p:cNvPr id="11" name="Content Placeholder 4">
            <a:extLst>
              <a:ext uri="{FF2B5EF4-FFF2-40B4-BE49-F238E27FC236}">
                <a16:creationId xmlns:a16="http://schemas.microsoft.com/office/drawing/2014/main" id="{33FADC4A-CE32-6706-9679-7F1AB2904305}"/>
              </a:ext>
            </a:extLst>
          </p:cNvPr>
          <p:cNvSpPr>
            <a:spLocks noGrp="1"/>
          </p:cNvSpPr>
          <p:nvPr>
            <p:ph sz="quarter" idx="36" hasCustomPrompt="1"/>
          </p:nvPr>
        </p:nvSpPr>
        <p:spPr>
          <a:xfrm>
            <a:off x="9266235"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2" name="Content Placeholder 4">
            <a:extLst>
              <a:ext uri="{FF2B5EF4-FFF2-40B4-BE49-F238E27FC236}">
                <a16:creationId xmlns:a16="http://schemas.microsoft.com/office/drawing/2014/main" id="{08E7CA7B-E938-9A1B-B2A5-A84FB543BDC7}"/>
              </a:ext>
            </a:extLst>
          </p:cNvPr>
          <p:cNvSpPr>
            <a:spLocks noGrp="1"/>
          </p:cNvSpPr>
          <p:nvPr>
            <p:ph sz="quarter" idx="37" hasCustomPrompt="1"/>
          </p:nvPr>
        </p:nvSpPr>
        <p:spPr>
          <a:xfrm>
            <a:off x="6404250"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Picture Placeholder 13">
            <a:extLst>
              <a:ext uri="{FF2B5EF4-FFF2-40B4-BE49-F238E27FC236}">
                <a16:creationId xmlns:a16="http://schemas.microsoft.com/office/drawing/2014/main" id="{C7569204-FE1A-C1C7-D942-56923CECA143}"/>
              </a:ext>
            </a:extLst>
          </p:cNvPr>
          <p:cNvSpPr>
            <a:spLocks noGrp="1"/>
          </p:cNvSpPr>
          <p:nvPr>
            <p:ph type="pic" sz="quarter" idx="38"/>
          </p:nvPr>
        </p:nvSpPr>
        <p:spPr>
          <a:xfrm>
            <a:off x="6096000" y="0"/>
            <a:ext cx="6096000" cy="2544763"/>
          </a:xfrm>
          <a:solidFill>
            <a:srgbClr val="D7E0E3"/>
          </a:solidFill>
        </p:spPr>
        <p:txBody>
          <a:bodyPr/>
          <a:lstStyle>
            <a:lvl1pPr marL="0" indent="0">
              <a:buNone/>
              <a:defRPr/>
            </a:lvl1pPr>
          </a:lstStyle>
          <a:p>
            <a:endParaRPr lang="en-US" dirty="0"/>
          </a:p>
        </p:txBody>
      </p:sp>
      <p:sp>
        <p:nvSpPr>
          <p:cNvPr id="3" name="Legal">
            <a:extLst>
              <a:ext uri="{FF2B5EF4-FFF2-40B4-BE49-F238E27FC236}">
                <a16:creationId xmlns:a16="http://schemas.microsoft.com/office/drawing/2014/main" id="{28918D4E-540D-2F89-AC43-B617A2C5E3E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208334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userDrawn="1">
          <p15:clr>
            <a:srgbClr val="FBAE40"/>
          </p15:clr>
        </p15:guide>
        <p15:guide id="6" pos="3934"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dirty="0">
              <a:latin typeface="Aptos Light" panose="020B00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dirty="0">
              <a:latin typeface="Aptos Light" panose="020B00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2" name="Freeform 31">
            <a:extLst>
              <a:ext uri="{FF2B5EF4-FFF2-40B4-BE49-F238E27FC236}">
                <a16:creationId xmlns:a16="http://schemas.microsoft.com/office/drawing/2014/main" id="{136403A3-D4C5-E84F-8B96-DE5D6AE3517C}"/>
              </a:ext>
            </a:extLst>
          </p:cNvPr>
          <p:cNvSpPr/>
          <p:nvPr userDrawn="1"/>
        </p:nvSpPr>
        <p:spPr>
          <a:xfrm>
            <a:off x="7308866" y="1434775"/>
            <a:ext cx="4409647" cy="4749057"/>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bg2"/>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dirty="0">
              <a:latin typeface="Aptos Light" panose="020B0004020202020204" pitchFamily="34" charset="0"/>
            </a:endParaRPr>
          </a:p>
        </p:txBody>
      </p:sp>
      <p:sp>
        <p:nvSpPr>
          <p:cNvPr id="33" name="Pentagon 32">
            <a:extLst>
              <a:ext uri="{FF2B5EF4-FFF2-40B4-BE49-F238E27FC236}">
                <a16:creationId xmlns:a16="http://schemas.microsoft.com/office/drawing/2014/main" id="{754B9373-6DD7-4342-A7CF-94901BAE2421}"/>
              </a:ext>
            </a:extLst>
          </p:cNvPr>
          <p:cNvSpPr/>
          <p:nvPr userDrawn="1"/>
        </p:nvSpPr>
        <p:spPr>
          <a:xfrm>
            <a:off x="365760" y="1434775"/>
            <a:ext cx="8138024" cy="4749049"/>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4" name="Content Placeholder 3">
            <a:extLst>
              <a:ext uri="{FF2B5EF4-FFF2-40B4-BE49-F238E27FC236}">
                <a16:creationId xmlns:a16="http://schemas.microsoft.com/office/drawing/2014/main" id="{F1FA6CEB-34D4-A847-BF61-190089B39F92}"/>
              </a:ext>
            </a:extLst>
          </p:cNvPr>
          <p:cNvSpPr>
            <a:spLocks noGrp="1"/>
          </p:cNvSpPr>
          <p:nvPr>
            <p:ph sz="quarter" idx="14"/>
          </p:nvPr>
        </p:nvSpPr>
        <p:spPr>
          <a:xfrm>
            <a:off x="8794412" y="2057400"/>
            <a:ext cx="2633472" cy="3740255"/>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849854" y="2002895"/>
            <a:ext cx="5425440" cy="3794760"/>
          </a:xfrm>
        </p:spPr>
        <p:txBody>
          <a:bodyPr/>
          <a:lstStyle>
            <a:lvl1pPr>
              <a:defRPr>
                <a:solidFill>
                  <a:schemeClr val="bg1"/>
                </a:solidFill>
                <a:latin typeface="Aptos Light" panose="020B0004020202020204" pitchFamily="34" charset="0"/>
              </a:defRPr>
            </a:lvl1pPr>
            <a:lvl2pPr>
              <a:defRPr>
                <a:solidFill>
                  <a:schemeClr val="bg1"/>
                </a:solidFill>
                <a:latin typeface="Aptos Light" panose="020B0004020202020204" pitchFamily="34" charset="0"/>
              </a:defRPr>
            </a:lvl2pPr>
            <a:lvl3pPr>
              <a:defRPr>
                <a:solidFill>
                  <a:schemeClr val="bg1"/>
                </a:solidFill>
                <a:latin typeface="Aptos Light" panose="020B0004020202020204" pitchFamily="34" charset="0"/>
              </a:defRPr>
            </a:lvl3pPr>
            <a:lvl4pPr>
              <a:defRPr>
                <a:solidFill>
                  <a:schemeClr val="bg1"/>
                </a:solidFill>
                <a:latin typeface="Aptos Light" panose="020B0004020202020204" pitchFamily="34" charset="0"/>
              </a:defRPr>
            </a:lvl4pPr>
            <a:lvl5pPr>
              <a:defRPr>
                <a:solidFill>
                  <a:schemeClr val="bg1"/>
                </a:solidFill>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78852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dirty="0"/>
              <a:t>[Statement]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dirty="0"/>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userDrawn="1">
          <p15:clr>
            <a:srgbClr val="FBAE40"/>
          </p15:clr>
        </p15:guide>
        <p15:guide id="11" pos="47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userDrawn="1"/>
        </p:nvCxnSpPr>
        <p:spPr>
          <a:xfrm>
            <a:off x="5960745" y="782139"/>
            <a:ext cx="0" cy="3583418"/>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166028"/>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02</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165719"/>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9" name="Content Placeholder 3">
            <a:extLst>
              <a:ext uri="{FF2B5EF4-FFF2-40B4-BE49-F238E27FC236}">
                <a16:creationId xmlns:a16="http://schemas.microsoft.com/office/drawing/2014/main" id="{D0845AFD-7AF0-6C7D-D843-F7A2BDC5D073}"/>
              </a:ext>
            </a:extLst>
          </p:cNvPr>
          <p:cNvSpPr>
            <a:spLocks noGrp="1"/>
          </p:cNvSpPr>
          <p:nvPr>
            <p:ph sz="half" idx="38" hasCustomPrompt="1"/>
          </p:nvPr>
        </p:nvSpPr>
        <p:spPr>
          <a:xfrm>
            <a:off x="6429375" y="276563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03</a:t>
            </a:r>
          </a:p>
        </p:txBody>
      </p:sp>
      <p:sp>
        <p:nvSpPr>
          <p:cNvPr id="13" name="Text Placeholder 17">
            <a:extLst>
              <a:ext uri="{FF2B5EF4-FFF2-40B4-BE49-F238E27FC236}">
                <a16:creationId xmlns:a16="http://schemas.microsoft.com/office/drawing/2014/main" id="{39E8A2D6-B388-0B5D-BCD1-EE5D12DF60DB}"/>
              </a:ext>
            </a:extLst>
          </p:cNvPr>
          <p:cNvSpPr>
            <a:spLocks noGrp="1"/>
          </p:cNvSpPr>
          <p:nvPr>
            <p:ph type="body" sz="quarter" idx="43" hasCustomPrompt="1"/>
          </p:nvPr>
        </p:nvSpPr>
        <p:spPr>
          <a:xfrm>
            <a:off x="5673089" y="2765792"/>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04</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36555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05</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365557"/>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06</a:t>
            </a:r>
          </a:p>
        </p:txBody>
      </p:sp>
    </p:spTree>
    <p:extLst>
      <p:ext uri="{BB962C8B-B14F-4D97-AF65-F5344CB8AC3E}">
        <p14:creationId xmlns:p14="http://schemas.microsoft.com/office/powerpoint/2010/main" val="4187558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ayout for Next step: Three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19" idx="0"/>
          </p:cNvCxnSpPr>
          <p:nvPr userDrawn="1"/>
        </p:nvCxnSpPr>
        <p:spPr>
          <a:xfrm>
            <a:off x="5960745" y="782139"/>
            <a:ext cx="0" cy="2783535"/>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02</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03</a:t>
            </a:r>
          </a:p>
        </p:txBody>
      </p:sp>
    </p:spTree>
    <p:extLst>
      <p:ext uri="{BB962C8B-B14F-4D97-AF65-F5344CB8AC3E}">
        <p14:creationId xmlns:p14="http://schemas.microsoft.com/office/powerpoint/2010/main" val="94915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hoto and Sidebar with teal box">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6096000" y="0"/>
            <a:ext cx="6096000"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985D88AB-63E1-E741-A6EB-DF5CD5CA5685}"/>
              </a:ext>
            </a:extLst>
          </p:cNvPr>
          <p:cNvSpPr/>
          <p:nvPr userDrawn="1"/>
        </p:nvSpPr>
        <p:spPr>
          <a:xfrm>
            <a:off x="5324255" y="4399722"/>
            <a:ext cx="2994991" cy="219986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Text Placeholder 3">
            <a:extLst>
              <a:ext uri="{FF2B5EF4-FFF2-40B4-BE49-F238E27FC236}">
                <a16:creationId xmlns:a16="http://schemas.microsoft.com/office/drawing/2014/main" id="{F6A996E6-60D4-A74E-B117-BF0A00752627}"/>
              </a:ext>
            </a:extLst>
          </p:cNvPr>
          <p:cNvSpPr>
            <a:spLocks noGrp="1"/>
          </p:cNvSpPr>
          <p:nvPr>
            <p:ph type="body" sz="quarter" idx="17"/>
          </p:nvPr>
        </p:nvSpPr>
        <p:spPr>
          <a:xfrm>
            <a:off x="5616011" y="5499652"/>
            <a:ext cx="2490787" cy="848761"/>
          </a:xfrm>
        </p:spPr>
        <p:txBody>
          <a:bodyPr anchor="ctr" anchorCtr="0">
            <a:normAutofit/>
          </a:bodyPr>
          <a:lstStyle>
            <a:lvl1pPr marL="0" indent="0" algn="ctr">
              <a:buNone/>
              <a:defRPr sz="1600">
                <a:solidFill>
                  <a:schemeClr val="bg1"/>
                </a:solidFill>
                <a:latin typeface="Aptos Light" panose="020B0004020202020204" pitchFamily="34" charset="0"/>
              </a:defRPr>
            </a:lvl1pPr>
            <a:lvl2pPr marL="182880" indent="0">
              <a:buNone/>
              <a:defRPr>
                <a:solidFill>
                  <a:schemeClr val="bg1"/>
                </a:solidFill>
              </a:defRPr>
            </a:lvl2pPr>
            <a:lvl3pPr marL="365760" indent="0">
              <a:buNone/>
              <a:defRPr>
                <a:solidFill>
                  <a:schemeClr val="bg1"/>
                </a:solidFill>
              </a:defRPr>
            </a:lvl3pPr>
            <a:lvl4pPr marL="548640" indent="0">
              <a:buNone/>
              <a:defRPr>
                <a:solidFill>
                  <a:schemeClr val="bg1"/>
                </a:solidFill>
              </a:defRPr>
            </a:lvl4pPr>
            <a:lvl5pPr marL="731520" indent="0">
              <a:buNone/>
              <a:defRPr>
                <a:solidFill>
                  <a:schemeClr val="bg1"/>
                </a:solidFill>
              </a:defRPr>
            </a:lvl5pPr>
          </a:lstStyle>
          <a:p>
            <a:pPr lvl="0"/>
            <a:endParaRPr lang="en-US" dirty="0"/>
          </a:p>
        </p:txBody>
      </p:sp>
    </p:spTree>
    <p:extLst>
      <p:ext uri="{BB962C8B-B14F-4D97-AF65-F5344CB8AC3E}">
        <p14:creationId xmlns:p14="http://schemas.microsoft.com/office/powerpoint/2010/main" val="400562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142738" y="2492528"/>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254249" y="2492528"/>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37322" y="2492528"/>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65760" y="2492528"/>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600200"/>
            <a:ext cx="4572000" cy="1828800"/>
          </a:xfrm>
          <a:solidFill>
            <a:schemeClr val="accent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600200"/>
            <a:ext cx="4572000" cy="1828800"/>
          </a:xfrm>
          <a:solidFill>
            <a:schemeClr val="tx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3749041"/>
            <a:ext cx="4572000" cy="1828800"/>
          </a:xfrm>
          <a:solidFill>
            <a:schemeClr val="accent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3749041"/>
            <a:ext cx="4572000" cy="1828800"/>
          </a:xfrm>
          <a:solidFill>
            <a:schemeClr val="accent3"/>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p:txBody>
      </p:sp>
      <p:sp>
        <p:nvSpPr>
          <p:cNvPr id="3" name="Rectangle 2">
            <a:extLst>
              <a:ext uri="{FF2B5EF4-FFF2-40B4-BE49-F238E27FC236}">
                <a16:creationId xmlns:a16="http://schemas.microsoft.com/office/drawing/2014/main" id="{21ED8479-B827-0543-818F-C205C61745F5}"/>
              </a:ext>
            </a:extLst>
          </p:cNvPr>
          <p:cNvSpPr/>
          <p:nvPr userDrawn="1"/>
        </p:nvSpPr>
        <p:spPr>
          <a:xfrm>
            <a:off x="1376856"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Rectangle 7">
            <a:extLst>
              <a:ext uri="{FF2B5EF4-FFF2-40B4-BE49-F238E27FC236}">
                <a16:creationId xmlns:a16="http://schemas.microsoft.com/office/drawing/2014/main" id="{DBF87AB8-C489-3145-A597-EBA19BBB89B8}"/>
              </a:ext>
            </a:extLst>
          </p:cNvPr>
          <p:cNvSpPr/>
          <p:nvPr userDrawn="1"/>
        </p:nvSpPr>
        <p:spPr>
          <a:xfrm>
            <a:off x="1376856"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Rectangle 8">
            <a:extLst>
              <a:ext uri="{FF2B5EF4-FFF2-40B4-BE49-F238E27FC236}">
                <a16:creationId xmlns:a16="http://schemas.microsoft.com/office/drawing/2014/main" id="{3B4BED1D-79F4-C94A-ADF6-531074C9CC03}"/>
              </a:ext>
            </a:extLst>
          </p:cNvPr>
          <p:cNvSpPr/>
          <p:nvPr userDrawn="1"/>
        </p:nvSpPr>
        <p:spPr>
          <a:xfrm>
            <a:off x="6213900"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1" name="Rectangle 10">
            <a:extLst>
              <a:ext uri="{FF2B5EF4-FFF2-40B4-BE49-F238E27FC236}">
                <a16:creationId xmlns:a16="http://schemas.microsoft.com/office/drawing/2014/main" id="{F7F839C8-5EEC-2744-92E7-CB78AEAB0B57}"/>
              </a:ext>
            </a:extLst>
          </p:cNvPr>
          <p:cNvSpPr/>
          <p:nvPr userDrawn="1"/>
        </p:nvSpPr>
        <p:spPr>
          <a:xfrm>
            <a:off x="6213900"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13900"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13900"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Tree>
    <p:extLst>
      <p:ext uri="{BB962C8B-B14F-4D97-AF65-F5344CB8AC3E}">
        <p14:creationId xmlns:p14="http://schemas.microsoft.com/office/powerpoint/2010/main" val="690041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Cluster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1" y="365760"/>
            <a:ext cx="3817619" cy="1120140"/>
          </a:xfrm>
        </p:spPr>
        <p:txBody>
          <a:bodyPr/>
          <a:lstStyle>
            <a:lvl1pPr>
              <a:defRPr>
                <a:latin typeface="Aptos Light" panose="020B0004020202020204" pitchFamily="34" charset="0"/>
              </a:defRPr>
            </a:lvl1pPr>
          </a:lstStyle>
          <a:p>
            <a:r>
              <a:rPr lang="en-US" dirty="0"/>
              <a:t>[Slide title]</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809245" y="3017521"/>
            <a:ext cx="3374135" cy="306324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411980" y="4114800"/>
            <a:ext cx="7780020" cy="196596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a:extLst>
              <a:ext uri="{FF2B5EF4-FFF2-40B4-BE49-F238E27FC236}">
                <a16:creationId xmlns:a16="http://schemas.microsoft.com/office/drawing/2014/main" id="{3A51F650-E379-3E45-B320-89D0A550D566}"/>
              </a:ext>
            </a:extLst>
          </p:cNvPr>
          <p:cNvSpPr>
            <a:spLocks noGrp="1"/>
          </p:cNvSpPr>
          <p:nvPr>
            <p:ph type="body" sz="quarter" idx="13"/>
          </p:nvPr>
        </p:nvSpPr>
        <p:spPr>
          <a:xfrm>
            <a:off x="4411980" y="1280160"/>
            <a:ext cx="2331720" cy="2629217"/>
          </a:xfrm>
          <a:solidFill>
            <a:schemeClr val="tx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2">
            <a:extLst>
              <a:ext uri="{FF2B5EF4-FFF2-40B4-BE49-F238E27FC236}">
                <a16:creationId xmlns:a16="http://schemas.microsoft.com/office/drawing/2014/main" id="{06C11E3F-0D9E-0A4A-B201-335DD1847B8B}"/>
              </a:ext>
            </a:extLst>
          </p:cNvPr>
          <p:cNvSpPr>
            <a:spLocks noGrp="1"/>
          </p:cNvSpPr>
          <p:nvPr>
            <p:ph type="pic" sz="quarter" idx="16" hasCustomPrompt="1"/>
          </p:nvPr>
        </p:nvSpPr>
        <p:spPr>
          <a:xfrm>
            <a:off x="6743700" y="0"/>
            <a:ext cx="5448300" cy="41148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759205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921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4890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621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atin typeface="Aptos Light" panose="020B0004020202020204" pitchFamily="34" charset="0"/>
              </a:defRPr>
            </a:lvl1pPr>
            <a:lvl2pPr>
              <a:defRPr sz="1800">
                <a:latin typeface="Aptos Light" panose="020B0004020202020204" pitchFamily="34" charset="0"/>
              </a:defRPr>
            </a:lvl2pPr>
            <a:lvl3pPr>
              <a:defRPr sz="1800">
                <a:latin typeface="Aptos Light" panose="020B0004020202020204" pitchFamily="34" charset="0"/>
              </a:defRPr>
            </a:lvl3pPr>
            <a:lvl4pPr>
              <a:defRPr sz="1800">
                <a:latin typeface="Aptos Light" panose="020B0004020202020204" pitchFamily="34" charset="0"/>
              </a:defRPr>
            </a:lvl4pPr>
            <a:lvl5pPr>
              <a:defRPr sz="1800">
                <a:latin typeface="Aptos Light" panose="020B00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latin typeface="Aptos Light" panose="020B0004020202020204" pitchFamily="34" charset="0"/>
              </a:defRPr>
            </a:lvl1pPr>
            <a:lvl2pPr>
              <a:defRPr sz="1800">
                <a:solidFill>
                  <a:schemeClr val="bg1"/>
                </a:solidFill>
                <a:latin typeface="Aptos Light" panose="020B0004020202020204" pitchFamily="34" charset="0"/>
              </a:defRPr>
            </a:lvl2pPr>
            <a:lvl3pPr>
              <a:defRPr sz="1800">
                <a:solidFill>
                  <a:schemeClr val="bg1"/>
                </a:solidFill>
                <a:latin typeface="Aptos Light" panose="020B0004020202020204" pitchFamily="34" charset="0"/>
              </a:defRPr>
            </a:lvl3pPr>
            <a:lvl4pPr>
              <a:defRPr sz="1800">
                <a:solidFill>
                  <a:schemeClr val="bg1"/>
                </a:solidFill>
                <a:latin typeface="Aptos Light" panose="020B0004020202020204" pitchFamily="34" charset="0"/>
              </a:defRPr>
            </a:lvl4pPr>
            <a:lvl5pPr>
              <a:defRPr sz="1800">
                <a:solidFill>
                  <a:schemeClr val="bg1"/>
                </a:solidFill>
                <a:latin typeface="Aptos Light" panose="020B0004020202020204" pitchFamily="34" charset="0"/>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latin typeface="Aptos Light" panose="020B0004020202020204" pitchFamily="34" charset="0"/>
              </a:defRPr>
            </a:lvl1pPr>
            <a:lvl2pPr>
              <a:defRPr sz="1600">
                <a:solidFill>
                  <a:schemeClr val="tx1"/>
                </a:solidFill>
                <a:latin typeface="Aptos Light" panose="020B0004020202020204" pitchFamily="34" charset="0"/>
              </a:defRPr>
            </a:lvl2pPr>
            <a:lvl3pPr>
              <a:defRPr sz="1600">
                <a:solidFill>
                  <a:schemeClr val="tx1"/>
                </a:solidFill>
                <a:latin typeface="Aptos Light" panose="020B0004020202020204" pitchFamily="34" charset="0"/>
              </a:defRPr>
            </a:lvl3pPr>
            <a:lvl4pPr>
              <a:defRPr sz="1600">
                <a:solidFill>
                  <a:schemeClr val="tx1"/>
                </a:solidFill>
                <a:latin typeface="Aptos Light" panose="020B0004020202020204" pitchFamily="34" charset="0"/>
              </a:defRPr>
            </a:lvl4pPr>
            <a:lvl5pPr>
              <a:defRPr sz="1600">
                <a:solidFill>
                  <a:schemeClr val="tx1"/>
                </a:solidFill>
                <a:latin typeface="Aptos Light" panose="020B0004020202020204" pitchFamily="34" charset="0"/>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709E5A0-CF32-5E47-894F-C739D06361FA}"/>
              </a:ext>
            </a:extLst>
          </p:cNvPr>
          <p:cNvSpPr/>
          <p:nvPr userDrawn="1"/>
        </p:nvSpPr>
        <p:spPr>
          <a:xfrm>
            <a:off x="7228309" y="1649651"/>
            <a:ext cx="4594883" cy="3877056"/>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Rectangle 8">
            <a:extLst>
              <a:ext uri="{FF2B5EF4-FFF2-40B4-BE49-F238E27FC236}">
                <a16:creationId xmlns:a16="http://schemas.microsoft.com/office/drawing/2014/main" id="{39ABF27F-53DD-D649-AFC6-C227410D39DC}"/>
              </a:ext>
            </a:extLst>
          </p:cNvPr>
          <p:cNvSpPr/>
          <p:nvPr userDrawn="1"/>
        </p:nvSpPr>
        <p:spPr>
          <a:xfrm>
            <a:off x="1206254" y="1645921"/>
            <a:ext cx="4594883" cy="388078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571500" y="236601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106308" y="2640330"/>
            <a:ext cx="2446020" cy="1737360"/>
          </a:xfrm>
        </p:spPr>
        <p:txBody>
          <a:bodyPr>
            <a:noAutofit/>
          </a:bodyPr>
          <a:lstStyle>
            <a:lvl1pPr marL="0" indent="0">
              <a:spcBef>
                <a:spcPts val="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71450" indent="-171450">
              <a:spcBef>
                <a:spcPts val="600"/>
              </a:spcBef>
              <a:buFont typeface="Wingdings" pitchFamily="2" charset="2"/>
              <a:buChar char="§"/>
              <a:defRPr sz="1200">
                <a:latin typeface="Aptos Light" panose="020B0004020202020204" pitchFamily="34" charset="0"/>
              </a:defRPr>
            </a:lvl4pPr>
            <a:lvl5pPr marL="365760" indent="-182880">
              <a:buFont typeface="Wingdings" pitchFamily="2" charset="2"/>
              <a:buChar char="§"/>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6568442" y="228600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9075420" y="2640330"/>
            <a:ext cx="2221992" cy="1737360"/>
          </a:xfrm>
        </p:spPr>
        <p:txBody>
          <a:bodyPr>
            <a:noAutofit/>
          </a:bodyPr>
          <a:lstStyle>
            <a:lvl1pPr marL="0" indent="0">
              <a:spcBef>
                <a:spcPts val="60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Tree>
    <p:extLst>
      <p:ext uri="{BB962C8B-B14F-4D97-AF65-F5344CB8AC3E}">
        <p14:creationId xmlns:p14="http://schemas.microsoft.com/office/powerpoint/2010/main" val="210865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lvl1pPr>
              <a:defRPr>
                <a:latin typeface="Aptos Light" panose="020B0004020202020204" pitchFamily="34" charset="0"/>
              </a:defRPr>
            </a:lvl1pPr>
          </a:lstStyle>
          <a:p>
            <a:r>
              <a:rPr lang="en-US" dirty="0"/>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dirty="0"/>
              <a:t>[</a:t>
            </a:r>
            <a:r>
              <a:rPr lang="en-US" dirty="0" err="1"/>
              <a:t>Firstname</a:t>
            </a:r>
            <a:r>
              <a:rPr lang="en-US" dirty="0"/>
              <a:t> </a:t>
            </a:r>
            <a:r>
              <a:rPr lang="en-US" dirty="0" err="1"/>
              <a:t>Lastname</a:t>
            </a:r>
            <a:r>
              <a:rPr lang="en-US" dirty="0"/>
              <a:t>]</a:t>
            </a:r>
          </a:p>
          <a:p>
            <a:pPr lvl="1"/>
            <a:r>
              <a:rPr lang="en-US" dirty="0"/>
              <a:t>[Title, Region]</a:t>
            </a:r>
          </a:p>
          <a:p>
            <a:pPr lvl="2"/>
            <a:r>
              <a:rPr lang="en-US" dirty="0"/>
              <a:t>[Summary]</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dirty="0"/>
              <a:t>[Sector]</a:t>
            </a:r>
          </a:p>
          <a:p>
            <a:pPr lvl="1"/>
            <a:r>
              <a:rPr lang="en-US" dirty="0"/>
              <a:t>[00 years of experience]</a:t>
            </a:r>
          </a:p>
          <a:p>
            <a:pPr lvl="2"/>
            <a:r>
              <a:rPr lang="en-US" dirty="0"/>
              <a:t>[Biography]</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userDrawn="1">
          <p15:clr>
            <a:srgbClr val="FBAE40"/>
          </p15:clr>
        </p15:guide>
        <p15:guide id="2" pos="4580" userDrawn="1">
          <p15:clr>
            <a:srgbClr val="FBAE40"/>
          </p15:clr>
        </p15:guide>
        <p15:guide id="3" orient="horz" pos="1152" userDrawn="1">
          <p15:clr>
            <a:srgbClr val="FBAE40"/>
          </p15:clr>
        </p15:guide>
        <p15:guide id="4" orient="horz" pos="3832" userDrawn="1">
          <p15:clr>
            <a:srgbClr val="FBAE40"/>
          </p15:clr>
        </p15:guide>
        <p15:guide id="5" pos="1890" userDrawn="1">
          <p15:clr>
            <a:srgbClr val="FBAE40"/>
          </p15:clr>
        </p15:guide>
        <p15:guide id="6" pos="2084" userDrawn="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userDrawn="1">
          <p15:clr>
            <a:srgbClr val="FBAE40"/>
          </p15:clr>
        </p15:guide>
        <p15:guide id="3" orient="horz" pos="3832">
          <p15:clr>
            <a:srgbClr val="FBAE40"/>
          </p15:clr>
        </p15:guide>
        <p15:guide id="4" orient="horz" pos="4148">
          <p15:clr>
            <a:srgbClr val="FBAE40"/>
          </p15:clr>
        </p15:guide>
        <p15:guide id="5" pos="708" userDrawn="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ection Header Dark Teal">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ection Header Light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23299894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ection Header Bla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4709039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ection Header -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1935028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5326177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C326D1BA-385D-D160-3E8B-12E6038EBBBD}"/>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5" name="Title 2">
            <a:extLst>
              <a:ext uri="{FF2B5EF4-FFF2-40B4-BE49-F238E27FC236}">
                <a16:creationId xmlns:a16="http://schemas.microsoft.com/office/drawing/2014/main" id="{B50BE822-3D01-B3AA-C73B-8A3B83E702C4}"/>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B5EC9AAC-3C60-6320-DCC6-83B57B96E630}"/>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5" name="Title 2">
            <a:extLst>
              <a:ext uri="{FF2B5EF4-FFF2-40B4-BE49-F238E27FC236}">
                <a16:creationId xmlns:a16="http://schemas.microsoft.com/office/drawing/2014/main" id="{5A3359F6-2212-0787-FE5F-4A783F634ED8}"/>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9588800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4399846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p:bg>
      <p:bgPr>
        <a:solidFill>
          <a:srgbClr val="006E74"/>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BBBC22-C650-B44E-7A6D-EA1C7DFE6989}"/>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4" name="Title 2">
            <a:extLst>
              <a:ext uri="{FF2B5EF4-FFF2-40B4-BE49-F238E27FC236}">
                <a16:creationId xmlns:a16="http://schemas.microsoft.com/office/drawing/2014/main" id="{EA65768C-B601-33B4-93A0-0193CC077746}"/>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
        <p:nvSpPr>
          <p:cNvPr id="6" name="Picture Placeholder 4">
            <a:extLst>
              <a:ext uri="{FF2B5EF4-FFF2-40B4-BE49-F238E27FC236}">
                <a16:creationId xmlns:a16="http://schemas.microsoft.com/office/drawing/2014/main" id="{F2BE5C9E-9BB6-4A94-4A61-9EE5BAE44776}"/>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3380307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Light teal">
    <p:bg>
      <p:bgPr>
        <a:solidFill>
          <a:schemeClr val="accent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9689AA05-4526-CF9A-27B2-771806367921}"/>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Text Placeholder 1">
            <a:extLst>
              <a:ext uri="{FF2B5EF4-FFF2-40B4-BE49-F238E27FC236}">
                <a16:creationId xmlns:a16="http://schemas.microsoft.com/office/drawing/2014/main" id="{619370A0-AA04-76B1-3C20-3A0DE2D8B421}"/>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8" name="Title 2">
            <a:extLst>
              <a:ext uri="{FF2B5EF4-FFF2-40B4-BE49-F238E27FC236}">
                <a16:creationId xmlns:a16="http://schemas.microsoft.com/office/drawing/2014/main" id="{18F4634C-2105-F35B-2F6F-FB7C70B000E4}"/>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19216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Black">
    <p:bg>
      <p:bgPr>
        <a:solidFill>
          <a:schemeClr val="bg1"/>
        </a:solidFill>
        <a:effectLst/>
      </p:bgPr>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E08BF880-08B4-3CD8-DBE6-2D803A81945D}"/>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1">
            <a:extLst>
              <a:ext uri="{FF2B5EF4-FFF2-40B4-BE49-F238E27FC236}">
                <a16:creationId xmlns:a16="http://schemas.microsoft.com/office/drawing/2014/main" id="{700913E4-E9D3-1B5D-E3D7-CF8E0A193B8F}"/>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7" name="Title 2">
            <a:extLst>
              <a:ext uri="{FF2B5EF4-FFF2-40B4-BE49-F238E27FC236}">
                <a16:creationId xmlns:a16="http://schemas.microsoft.com/office/drawing/2014/main" id="{CEF35138-C014-69EF-787C-B988E81FADCE}"/>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3076065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37897665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28692322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ection Header - Big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32080425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7" name="TextBox 6">
            <a:extLst>
              <a:ext uri="{FF2B5EF4-FFF2-40B4-BE49-F238E27FC236}">
                <a16:creationId xmlns:a16="http://schemas.microsoft.com/office/drawing/2014/main" id="{A9B57730-4188-C541-87CF-F6B2818DBCB9}"/>
              </a:ext>
            </a:extLst>
          </p:cNvPr>
          <p:cNvSpPr txBox="1"/>
          <p:nvPr userDrawn="1"/>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dirty="0">
              <a:latin typeface="Aptos Light" panose="020B0004020202020204" pitchFamily="34" charset="0"/>
            </a:endParaRPr>
          </a:p>
        </p:txBody>
      </p:sp>
      <p:sp>
        <p:nvSpPr>
          <p:cNvPr id="24" name="Legal">
            <a:extLst>
              <a:ext uri="{FF2B5EF4-FFF2-40B4-BE49-F238E27FC236}">
                <a16:creationId xmlns:a16="http://schemas.microsoft.com/office/drawing/2014/main" id="{C488002F-59F6-1647-9C99-8A64A64A9B1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7874719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Only + bottom callout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20FE6-7EB8-7041-AA1B-1A31760D3ABE}"/>
              </a:ext>
            </a:extLst>
          </p:cNvPr>
          <p:cNvSpPr/>
          <p:nvPr userDrawn="1"/>
        </p:nvSpPr>
        <p:spPr>
          <a:xfrm>
            <a:off x="-1524" y="6114426"/>
            <a:ext cx="12192000" cy="5873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pic>
        <p:nvPicPr>
          <p:cNvPr id="5" name="Picture 4" descr="Logo, icon&#10;&#10;Description automatically generated">
            <a:extLst>
              <a:ext uri="{FF2B5EF4-FFF2-40B4-BE49-F238E27FC236}">
                <a16:creationId xmlns:a16="http://schemas.microsoft.com/office/drawing/2014/main" id="{C374CEC6-01F5-0E4B-B146-C46AB843BA36}"/>
              </a:ext>
            </a:extLst>
          </p:cNvPr>
          <p:cNvPicPr>
            <a:picLocks noChangeAspect="1"/>
          </p:cNvPicPr>
          <p:nvPr userDrawn="1"/>
        </p:nvPicPr>
        <p:blipFill>
          <a:blip r:embed="rId2"/>
          <a:stretch>
            <a:fillRect/>
          </a:stretch>
        </p:blipFill>
        <p:spPr>
          <a:xfrm>
            <a:off x="365760" y="6234730"/>
            <a:ext cx="324974" cy="359182"/>
          </a:xfrm>
          <a:prstGeom prst="rect">
            <a:avLst/>
          </a:prstGeom>
        </p:spPr>
      </p:pic>
      <p:sp>
        <p:nvSpPr>
          <p:cNvPr id="6" name="Slide Number Placeholder 10">
            <a:extLst>
              <a:ext uri="{FF2B5EF4-FFF2-40B4-BE49-F238E27FC236}">
                <a16:creationId xmlns:a16="http://schemas.microsoft.com/office/drawing/2014/main" id="{D3CF422C-ACDA-544F-97DF-599F1A0975E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7" name="Legal">
            <a:extLst>
              <a:ext uri="{FF2B5EF4-FFF2-40B4-BE49-F238E27FC236}">
                <a16:creationId xmlns:a16="http://schemas.microsoft.com/office/drawing/2014/main" id="{A972C742-7560-2941-A7DB-CBA02B9EF4E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1702913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About UST summary">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116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Questions?</a:t>
            </a:r>
          </a:p>
        </p:txBody>
      </p:sp>
      <p:pic>
        <p:nvPicPr>
          <p:cNvPr id="3" name="Picture 2" descr="Icon&#10;&#10;Description automatically generated with medium confidence">
            <a:extLst>
              <a:ext uri="{FF2B5EF4-FFF2-40B4-BE49-F238E27FC236}">
                <a16:creationId xmlns:a16="http://schemas.microsoft.com/office/drawing/2014/main" id="{A02A78E1-97C6-6B47-A7D5-515210C9C5F2}"/>
              </a:ext>
            </a:extLst>
          </p:cNvPr>
          <p:cNvPicPr>
            <a:picLocks noChangeAspect="1"/>
          </p:cNvPicPr>
          <p:nvPr userDrawn="1"/>
        </p:nvPicPr>
        <p:blipFill>
          <a:blip r:embed="rId2"/>
          <a:stretch>
            <a:fillRect/>
          </a:stretch>
        </p:blipFill>
        <p:spPr>
          <a:xfrm>
            <a:off x="4903595" y="365760"/>
            <a:ext cx="6108561" cy="6108561"/>
          </a:xfrm>
          <a:prstGeom prst="rect">
            <a:avLst/>
          </a:prstGeom>
        </p:spPr>
      </p:pic>
    </p:spTree>
    <p:extLst>
      <p:ext uri="{BB962C8B-B14F-4D97-AF65-F5344CB8AC3E}">
        <p14:creationId xmlns:p14="http://schemas.microsoft.com/office/powerpoint/2010/main" val="2506967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losing boundless impact slide 0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2997200"/>
            <a:ext cx="4886565" cy="2331155"/>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800" b="0"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Together, we build for boundless impact</a:t>
            </a:r>
            <a:endParaRPr lang="en-US" sz="2400" b="0" dirty="0">
              <a:latin typeface="Aptos Light" panose="020B0004020202020204" pitchFamily="34" charset="0"/>
            </a:endParaRPr>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Together, we build for boundless impact</a:t>
            </a:r>
            <a:endParaRPr lang="en-US" sz="1800" dirty="0">
              <a:latin typeface="Aptos Light" panose="020B0004020202020204" pitchFamily="34" charset="0"/>
            </a:endParaRPr>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dirty="0">
                <a:latin typeface="Aptos Light" panose="020B0004020202020204" pitchFamily="34" charset="0"/>
              </a:rPr>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152000"/>
          </a:xfrm>
        </p:spPr>
        <p:txBody>
          <a:bodyPr anchor="b" anchorCtr="0">
            <a:noAutofit/>
          </a:bodyPr>
          <a:lstStyle>
            <a:lvl1pPr marL="0" indent="0">
              <a:spcBef>
                <a:spcPts val="0"/>
              </a:spcBef>
              <a:buFontTx/>
              <a:buNone/>
              <a:defRPr sz="1600">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r>
              <a:rPr lang="en-US" dirty="0">
                <a:hlinkClick r:id="rId2">
                  <a:extLst>
                    <a:ext uri="{A12FA001-AC4F-418D-AE19-62706E023703}">
                      <ahyp:hlinkClr xmlns:ahyp="http://schemas.microsoft.com/office/drawing/2018/hyperlinkcolor" val="tx"/>
                    </a:ext>
                  </a:extLst>
                </a:hlinkClick>
              </a:rPr>
              <a:t>brand@ust.com</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dirty="0">
                <a:solidFill>
                  <a:schemeClr val="bg1"/>
                </a:solidFill>
                <a:latin typeface="Aptos Light" panose="020B0004020202020204" pitchFamily="34" charset="0"/>
              </a:rPr>
              <a:t>ust.com</a:t>
            </a:r>
          </a:p>
        </p:txBody>
      </p:sp>
      <p:sp>
        <p:nvSpPr>
          <p:cNvPr id="2" name="URL">
            <a:extLst>
              <a:ext uri="{FF2B5EF4-FFF2-40B4-BE49-F238E27FC236}">
                <a16:creationId xmlns:a16="http://schemas.microsoft.com/office/drawing/2014/main" id="{A1EBF8B2-008F-2894-C1C4-EDD1735F2FCF}"/>
              </a:ext>
            </a:extLst>
          </p:cNvPr>
          <p:cNvSpPr txBox="1"/>
          <p:nvPr userDrawn="1"/>
        </p:nvSpPr>
        <p:spPr>
          <a:xfrm>
            <a:off x="1702052" y="6045616"/>
            <a:ext cx="7178421" cy="446625"/>
          </a:xfrm>
          <a:prstGeom prst="rect">
            <a:avLst/>
          </a:prstGeom>
          <a:noFill/>
        </p:spPr>
        <p:txBody>
          <a:bodyPr wrap="square" lIns="0" tIns="0" rIns="0" bIns="0" rtlCol="0" anchor="b" anchorCtr="0">
            <a:noAutofit/>
          </a:bodyPr>
          <a:lstStyle/>
          <a:p>
            <a:pPr marL="0" indent="0" algn="l">
              <a:lnSpc>
                <a:spcPct val="100000"/>
              </a:lnSpc>
              <a:spcBef>
                <a:spcPts val="0"/>
              </a:spcBef>
              <a:buSzPct val="100000"/>
              <a:buFontTx/>
              <a:buNone/>
            </a:pPr>
            <a:r>
              <a:rPr lang="en-US" sz="1600" b="1" dirty="0">
                <a:solidFill>
                  <a:schemeClr val="bg1"/>
                </a:solidFill>
                <a:latin typeface="Aptos Light" panose="020B0004020202020204" pitchFamily="34" charset="0"/>
              </a:rPr>
              <a:t>Digital solutions | Platforms | Engineering, R&amp;D and Products</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Appendix</a:t>
            </a:r>
            <a:endParaRPr lang="en-US" sz="4800" b="0" dirty="0">
              <a:latin typeface="Aptos Light" panose="020B0004020202020204" pitchFamily="34" charset="0"/>
            </a:endParaRPr>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latin typeface="Aptos Light" panose="020B0004020202020204" pitchFamily="34" charset="0"/>
              </a:rPr>
              <a:t>Copyright © 2026 by UST Global Inc. All rights reserved.</a:t>
            </a:r>
          </a:p>
          <a:p>
            <a:pPr>
              <a:lnSpc>
                <a:spcPct val="100000"/>
              </a:lnSpc>
              <a:spcBef>
                <a:spcPts val="1200"/>
              </a:spcBef>
              <a:buSzPct val="100000"/>
            </a:pPr>
            <a:r>
              <a:rPr lang="en-US" dirty="0">
                <a:latin typeface="Aptos Light" panose="020B0004020202020204" pitchFamily="34" charset="0"/>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latin typeface="Aptos Light" panose="020B0004020202020204" pitchFamily="34" charset="0"/>
              </a:rPr>
              <a:t>UST</a:t>
            </a:r>
            <a:r>
              <a:rPr lang="en-US" baseline="30000" dirty="0">
                <a:latin typeface="Aptos Light" panose="020B0004020202020204" pitchFamily="34" charset="0"/>
              </a:rPr>
              <a:t>®</a:t>
            </a:r>
            <a:r>
              <a:rPr lang="en-US" dirty="0">
                <a:latin typeface="Aptos Light" panose="020B0004020202020204" pitchFamily="34" charset="0"/>
              </a:rPr>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dirty="0">
                <a:solidFill>
                  <a:schemeClr val="tx1"/>
                </a:solidFill>
                <a:latin typeface="Aptos Light" panose="020B0004020202020204" pitchFamily="34" charset="0"/>
              </a:rPr>
              <a:t>UST</a:t>
            </a:r>
          </a:p>
          <a:p>
            <a:pPr>
              <a:lnSpc>
                <a:spcPct val="100000"/>
              </a:lnSpc>
              <a:spcBef>
                <a:spcPts val="0"/>
              </a:spcBef>
              <a:buSzPct val="100000"/>
            </a:pPr>
            <a:r>
              <a:rPr lang="en-US" b="0" dirty="0">
                <a:solidFill>
                  <a:schemeClr val="tx1"/>
                </a:solidFill>
                <a:latin typeface="Aptos Light" panose="020B0004020202020204" pitchFamily="34" charset="0"/>
              </a:rPr>
              <a:t>101 Enterprise, Suite 300</a:t>
            </a:r>
          </a:p>
          <a:p>
            <a:pPr>
              <a:lnSpc>
                <a:spcPct val="100000"/>
              </a:lnSpc>
              <a:spcBef>
                <a:spcPts val="0"/>
              </a:spcBef>
              <a:buSzPct val="100000"/>
            </a:pPr>
            <a:r>
              <a:rPr lang="en-US" b="0" dirty="0">
                <a:solidFill>
                  <a:schemeClr val="tx1"/>
                </a:solidFill>
                <a:latin typeface="Aptos Light" panose="020B0004020202020204" pitchFamily="34" charset="0"/>
              </a:rPr>
              <a:t>Aliso Viejo, CA 92656</a:t>
            </a:r>
          </a:p>
          <a:p>
            <a:pPr>
              <a:lnSpc>
                <a:spcPct val="100000"/>
              </a:lnSpc>
              <a:spcBef>
                <a:spcPts val="1200"/>
              </a:spcBef>
              <a:buSzPct val="100000"/>
            </a:pPr>
            <a:r>
              <a:rPr lang="en-US" b="0" dirty="0">
                <a:solidFill>
                  <a:schemeClr val="tx1"/>
                </a:solidFill>
                <a:latin typeface="Aptos Light" panose="020B0004020202020204" pitchFamily="34" charset="0"/>
              </a:rPr>
              <a:t>T +1 949 716 8757</a:t>
            </a:r>
          </a:p>
          <a:p>
            <a:pPr>
              <a:lnSpc>
                <a:spcPct val="100000"/>
              </a:lnSpc>
              <a:spcBef>
                <a:spcPts val="0"/>
              </a:spcBef>
              <a:buSzPct val="100000"/>
            </a:pPr>
            <a:r>
              <a:rPr lang="en-US" b="0" dirty="0">
                <a:solidFill>
                  <a:schemeClr val="tx1"/>
                </a:solidFill>
                <a:latin typeface="Aptos Light" panose="020B0004020202020204" pitchFamily="34" charset="0"/>
              </a:rPr>
              <a:t>F +1 949 716 8396</a:t>
            </a:r>
          </a:p>
          <a:p>
            <a:pPr>
              <a:lnSpc>
                <a:spcPct val="100000"/>
              </a:lnSpc>
              <a:spcBef>
                <a:spcPts val="1200"/>
              </a:spcBef>
              <a:buSzPct val="100000"/>
            </a:pPr>
            <a:r>
              <a:rPr lang="en-US" b="1" dirty="0">
                <a:solidFill>
                  <a:schemeClr val="tx1"/>
                </a:solidFill>
                <a:latin typeface="Aptos Light" panose="020B0004020202020204" pitchFamily="34" charset="0"/>
              </a:rPr>
              <a:t>ust.com</a:t>
            </a:r>
          </a:p>
        </p:txBody>
      </p:sp>
      <p:sp>
        <p:nvSpPr>
          <p:cNvPr id="13" name="Facebook">
            <a:hlinkClick r:id="rId2"/>
            <a:extLst>
              <a:ext uri="{FF2B5EF4-FFF2-40B4-BE49-F238E27FC236}">
                <a16:creationId xmlns:a16="http://schemas.microsoft.com/office/drawing/2014/main" id="{D3CE881A-2E2C-4BF7-81A2-0B6ABD537CEA}"/>
              </a:ext>
            </a:extLst>
          </p:cNvPr>
          <p:cNvSpPr>
            <a:spLocks/>
          </p:cNvSpPr>
          <p:nvPr userDrawn="1"/>
        </p:nvSpPr>
        <p:spPr bwMode="auto">
          <a:xfrm>
            <a:off x="9197136"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YouTube">
            <a:hlinkClick r:id="rId3"/>
            <a:extLst>
              <a:ext uri="{FF2B5EF4-FFF2-40B4-BE49-F238E27FC236}">
                <a16:creationId xmlns:a16="http://schemas.microsoft.com/office/drawing/2014/main" id="{7FB14B23-C759-4C47-887D-A27839DAE366}"/>
              </a:ext>
            </a:extLst>
          </p:cNvPr>
          <p:cNvSpPr>
            <a:spLocks noEditPoints="1"/>
          </p:cNvSpPr>
          <p:nvPr userDrawn="1"/>
        </p:nvSpPr>
        <p:spPr bwMode="auto">
          <a:xfrm>
            <a:off x="10916563" y="5537234"/>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19" name="LinkedIn">
            <a:hlinkClick r:id="rId4"/>
            <a:extLst>
              <a:ext uri="{FF2B5EF4-FFF2-40B4-BE49-F238E27FC236}">
                <a16:creationId xmlns:a16="http://schemas.microsoft.com/office/drawing/2014/main" id="{58F9BA14-DDCC-0CC3-6CDE-E51A0814C7BA}"/>
              </a:ext>
            </a:extLst>
          </p:cNvPr>
          <p:cNvSpPr>
            <a:spLocks noChangeAspect="1" noEditPoints="1"/>
          </p:cNvSpPr>
          <p:nvPr userDrawn="1"/>
        </p:nvSpPr>
        <p:spPr bwMode="auto">
          <a:xfrm>
            <a:off x="9992433" y="5537234"/>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pic>
        <p:nvPicPr>
          <p:cNvPr id="26" name="Picture 25">
            <a:hlinkClick r:id="rId5"/>
            <a:extLst>
              <a:ext uri="{FF2B5EF4-FFF2-40B4-BE49-F238E27FC236}">
                <a16:creationId xmlns:a16="http://schemas.microsoft.com/office/drawing/2014/main" id="{8734E9CE-0BA1-A43D-678C-EDCD3D2E86E6}"/>
              </a:ext>
            </a:extLst>
          </p:cNvPr>
          <p:cNvPicPr>
            <a:picLocks noChangeAspect="1"/>
          </p:cNvPicPr>
          <p:nvPr userDrawn="1"/>
        </p:nvPicPr>
        <p:blipFill>
          <a:blip r:embed="rId6"/>
          <a:stretch>
            <a:fillRect/>
          </a:stretch>
        </p:blipFill>
        <p:spPr>
          <a:xfrm>
            <a:off x="9520064" y="5537234"/>
            <a:ext cx="271272" cy="245364"/>
          </a:xfrm>
          <a:prstGeom prst="rect">
            <a:avLst/>
          </a:prstGeom>
        </p:spPr>
      </p:pic>
      <p:pic>
        <p:nvPicPr>
          <p:cNvPr id="28" name="Picture 27">
            <a:extLst>
              <a:ext uri="{FF2B5EF4-FFF2-40B4-BE49-F238E27FC236}">
                <a16:creationId xmlns:a16="http://schemas.microsoft.com/office/drawing/2014/main" id="{DCA9BE77-449D-B0EC-E04E-C5C320AFB2C6}"/>
              </a:ext>
            </a:extLst>
          </p:cNvPr>
          <p:cNvPicPr>
            <a:picLocks noChangeAspect="1"/>
          </p:cNvPicPr>
          <p:nvPr userDrawn="1"/>
        </p:nvPicPr>
        <p:blipFill>
          <a:blip r:embed="rId7"/>
          <a:stretch>
            <a:fillRect/>
          </a:stretch>
        </p:blipFill>
        <p:spPr>
          <a:xfrm>
            <a:off x="10449725" y="5538999"/>
            <a:ext cx="265741" cy="265741"/>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slideLayout" Target="../slideLayouts/slideLayout112.xml"/><Relationship Id="rId113" Type="http://schemas.openxmlformats.org/officeDocument/2006/relationships/slideLayout" Target="../slideLayouts/slideLayout113.xml"/><Relationship Id="rId114" Type="http://schemas.openxmlformats.org/officeDocument/2006/relationships/slideLayout" Target="../slideLayouts/slideLayout114.xml"/><Relationship Id="rId115" Type="http://schemas.openxmlformats.org/officeDocument/2006/relationships/slideLayout" Target="../slideLayouts/slideLayout115.xml"/><Relationship Id="rId1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809" r:id="rId1"/>
    <p:sldLayoutId id="2147483808" r:id="rId2"/>
    <p:sldLayoutId id="2147483723" r:id="rId3"/>
    <p:sldLayoutId id="2147483798" r:id="rId4"/>
    <p:sldLayoutId id="2147483649" r:id="rId5"/>
    <p:sldLayoutId id="2147483681" r:id="rId6"/>
    <p:sldLayoutId id="2147483691" r:id="rId7"/>
    <p:sldLayoutId id="2147483721" r:id="rId8"/>
    <p:sldLayoutId id="2147483795" r:id="rId9"/>
    <p:sldLayoutId id="2147483758" r:id="rId10"/>
    <p:sldLayoutId id="2147483797" r:id="rId11"/>
    <p:sldLayoutId id="2147483787" r:id="rId12"/>
    <p:sldLayoutId id="2147483789" r:id="rId13"/>
    <p:sldLayoutId id="2147483788" r:id="rId14"/>
    <p:sldLayoutId id="2147483796" r:id="rId15"/>
    <p:sldLayoutId id="2147483663" r:id="rId16"/>
    <p:sldLayoutId id="2147483760" r:id="rId17"/>
    <p:sldLayoutId id="2147483701" r:id="rId18"/>
    <p:sldLayoutId id="2147483650" r:id="rId19"/>
    <p:sldLayoutId id="2147483652" r:id="rId20"/>
    <p:sldLayoutId id="2147483656" r:id="rId21"/>
    <p:sldLayoutId id="2147483657" r:id="rId22"/>
    <p:sldLayoutId id="2147483799" r:id="rId23"/>
    <p:sldLayoutId id="2147483746" r:id="rId24"/>
    <p:sldLayoutId id="2147483747" r:id="rId25"/>
    <p:sldLayoutId id="2147483748" r:id="rId26"/>
    <p:sldLayoutId id="2147483761" r:id="rId27"/>
    <p:sldLayoutId id="2147483794" r:id="rId28"/>
    <p:sldLayoutId id="2147483764" r:id="rId29"/>
    <p:sldLayoutId id="2147483792" r:id="rId30"/>
    <p:sldLayoutId id="2147483763" r:id="rId31"/>
    <p:sldLayoutId id="2147483765" r:id="rId32"/>
    <p:sldLayoutId id="2147483793"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 id="2147483777" r:id="rId44"/>
    <p:sldLayoutId id="2147483778" r:id="rId45"/>
    <p:sldLayoutId id="2147483779" r:id="rId46"/>
    <p:sldLayoutId id="2147483780" r:id="rId47"/>
    <p:sldLayoutId id="2147483749" r:id="rId48"/>
    <p:sldLayoutId id="2147483750" r:id="rId49"/>
    <p:sldLayoutId id="2147483751" r:id="rId50"/>
    <p:sldLayoutId id="2147483752" r:id="rId51"/>
    <p:sldLayoutId id="2147483753" r:id="rId52"/>
    <p:sldLayoutId id="2147483754" r:id="rId53"/>
    <p:sldLayoutId id="2147483755" r:id="rId54"/>
    <p:sldLayoutId id="2147483756" r:id="rId55"/>
    <p:sldLayoutId id="2147483757" r:id="rId56"/>
    <p:sldLayoutId id="2147483661" r:id="rId57"/>
    <p:sldLayoutId id="2147483660" r:id="rId58"/>
    <p:sldLayoutId id="2147483692" r:id="rId59"/>
    <p:sldLayoutId id="2147483781" r:id="rId60"/>
    <p:sldLayoutId id="2147483665" r:id="rId61"/>
    <p:sldLayoutId id="2147483700" r:id="rId62"/>
    <p:sldLayoutId id="2147483712" r:id="rId63"/>
    <p:sldLayoutId id="2147483714" r:id="rId64"/>
    <p:sldLayoutId id="2147483724" r:id="rId65"/>
    <p:sldLayoutId id="2147483696" r:id="rId66"/>
    <p:sldLayoutId id="2147483695" r:id="rId67"/>
    <p:sldLayoutId id="2147483782" r:id="rId68"/>
    <p:sldLayoutId id="2147483783" r:id="rId69"/>
    <p:sldLayoutId id="2147483694" r:id="rId70"/>
    <p:sldLayoutId id="2147483715" r:id="rId71"/>
    <p:sldLayoutId id="2147483737" r:id="rId72"/>
    <p:sldLayoutId id="2147483711" r:id="rId73"/>
    <p:sldLayoutId id="2147483697" r:id="rId74"/>
    <p:sldLayoutId id="2147483698" r:id="rId75"/>
    <p:sldLayoutId id="2147483736" r:id="rId76"/>
    <p:sldLayoutId id="2147483699" r:id="rId77"/>
    <p:sldLayoutId id="2147483725" r:id="rId78"/>
    <p:sldLayoutId id="2147483784" r:id="rId79"/>
    <p:sldLayoutId id="2147483785" r:id="rId80"/>
    <p:sldLayoutId id="2147483786" r:id="rId81"/>
    <p:sldLayoutId id="2147483703" r:id="rId82"/>
    <p:sldLayoutId id="2147483704" r:id="rId83"/>
    <p:sldLayoutId id="2147483705" r:id="rId84"/>
    <p:sldLayoutId id="2147483722" r:id="rId85"/>
    <p:sldLayoutId id="2147483702" r:id="rId86"/>
    <p:sldLayoutId id="2147483693" r:id="rId87"/>
    <p:sldLayoutId id="2147483651" r:id="rId88"/>
    <p:sldLayoutId id="2147483730" r:id="rId89"/>
    <p:sldLayoutId id="2147483733" r:id="rId90"/>
    <p:sldLayoutId id="2147483708" r:id="rId91"/>
    <p:sldLayoutId id="2147483731" r:id="rId92"/>
    <p:sldLayoutId id="2147483734" r:id="rId93"/>
    <p:sldLayoutId id="2147483709" r:id="rId94"/>
    <p:sldLayoutId id="2147483732" r:id="rId95"/>
    <p:sldLayoutId id="2147483741" r:id="rId96"/>
    <p:sldLayoutId id="2147483744" r:id="rId97"/>
    <p:sldLayoutId id="2147483745" r:id="rId98"/>
    <p:sldLayoutId id="2147483740" r:id="rId99"/>
    <p:sldLayoutId id="2147483742" r:id="rId100"/>
    <p:sldLayoutId id="2147483743" r:id="rId101"/>
    <p:sldLayoutId id="2147483735" r:id="rId102"/>
    <p:sldLayoutId id="2147483717" r:id="rId103"/>
    <p:sldLayoutId id="2147483716" r:id="rId104"/>
    <p:sldLayoutId id="2147483727" r:id="rId105"/>
    <p:sldLayoutId id="2147483726" r:id="rId106"/>
    <p:sldLayoutId id="2147483728" r:id="rId107"/>
    <p:sldLayoutId id="2147483690" r:id="rId108"/>
    <p:sldLayoutId id="2147483689" r:id="rId109"/>
    <p:sldLayoutId id="2147483738" r:id="rId110"/>
    <p:sldLayoutId id="2147483720" r:id="rId111"/>
    <p:sldLayoutId id="2147483719" r:id="rId112"/>
    <p:sldLayoutId id="2147483680" r:id="rId113"/>
    <p:sldLayoutId id="2147483713" r:id="rId114"/>
    <p:sldLayoutId id="2147483707" r:id="rId1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0" kern="1200">
          <a:solidFill>
            <a:schemeClr val="tx1"/>
          </a:solidFill>
          <a:latin typeface="Aptos Light" panose="020B0004020202020204" pitchFamily="34" charset="0"/>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Aptos Light" panose="020B0004020202020204" pitchFamily="34" charset="0"/>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userDrawn="1">
          <p15:clr>
            <a:srgbClr val="F26B43"/>
          </p15:clr>
        </p15:guide>
        <p15:guide id="2" pos="230" userDrawn="1">
          <p15:clr>
            <a:srgbClr val="F26B43"/>
          </p15:clr>
        </p15:guide>
        <p15:guide id="3" pos="74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Agentic AI Data Quality &amp; Pipeline Assurance Platform</a:t>
            </a:r>
          </a:p>
        </p:txBody>
      </p:sp>
      <p:sp>
        <p:nvSpPr>
          <p:cNvPr id="3" name="Subtitle 2"/>
          <p:cNvSpPr>
            <a:spLocks noGrp="1"/>
          </p:cNvSpPr>
          <p:nvPr>
            <p:ph type="subTitle" idx="1"/>
          </p:nvPr>
        </p:nvSpPr>
        <p:spPr/>
        <p:txBody>
          <a:bodyPr/>
          <a:lstStyle/>
          <a:p>
            <a:r>
              <a:t>Implementation Plan &amp; Cost Estimate</a:t>
            </a:r>
          </a:p>
        </p:txBody>
      </p:sp>
      <p:sp>
        <p:nvSpPr>
          <p:cNvPr id="4" name="Text Placeholder 3"/>
          <p:cNvSpPr>
            <a:spLocks noGrp="1"/>
          </p:cNvSpPr>
          <p:nvPr>
            <p:ph type="body" idx="10" sz="quarter"/>
          </p:nvPr>
        </p:nvSpPr>
        <p:spPr/>
        <p:txBody>
          <a:bodyPr/>
          <a:lstStyle/>
          <a:p>
            <a:r>
              <a:t>September 2026</a:t>
            </a:r>
          </a:p>
          <a:p>
            <a:r>
              <a:t>ADE Test Control Tower — Horizon A/B Roadmap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wrap="square"/>
          <a:lstStyle/>
          <a:p>
            <a:pPr/>
            <a:r>
              <a:rPr sz="1800"/>
              <a:t>Existing ADE Test Control Tower v0.2 already runs real dbt-core and real Airflow — this program evolves it, it does not replace it</a:t>
            </a:r>
          </a:p>
          <a:p>
            <a:pPr/>
            <a:r>
              <a:rPr sz="1800"/>
              <a:t>Two-horizon plan: a real, working vertical slice first (8 weeks), then the full enterprise target architecture (12 months)</a:t>
            </a:r>
          </a:p>
          <a:p>
            <a:pPr/>
            <a:r>
              <a:rPr sz="1800"/>
              <a:t>Horizon A proves the “Revenue Quality Certification” scenario end to end: business contract → AI-generated checks → real execution → reconciliation → evidence-grounded RCA → remediation → re-test → certification</a:t>
            </a:r>
          </a:p>
          <a:p>
            <a:pPr/>
            <a:r>
              <a:rPr sz="1800"/>
              <a:t>Horizon B adds PostgreSQL, Temporal, full agent architecture, 4 warehouse + 3 pipeline adapters, cost/scale/optimization engines, enterprise UI, and multi-cloud deployment portability</a:t>
            </a:r>
          </a:p>
          <a:p>
            <a:pPr/>
            <a:r>
              <a:rPr sz="1800"/>
              <a:t>Combined program: ≈ $6.0–6.1M over ≈ 14 months, US-based senior team — ROM estimate, ±35%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two-horizon delivery strategy</a:t>
            </a:r>
          </a:p>
        </p:txBody>
      </p:sp>
      <p:sp>
        <p:nvSpPr>
          <p:cNvPr id="3" name="Text Placeholder 2"/>
          <p:cNvSpPr>
            <a:spLocks noGrp="1"/>
          </p:cNvSpPr>
          <p:nvPr>
            <p:ph type="body" idx="13" sz="quarter"/>
          </p:nvPr>
        </p:nvSpPr>
        <p:spPr/>
        <p:txBody>
          <a:bodyPr/>
          <a:lstStyle/>
          <a:p>
            <a:r>
              <a:t>Prove it real and small first. Fund the enterprise build from a working demo, not a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Horizon A vs. Horizon B</a:t>
            </a:r>
          </a:p>
        </p:txBody>
      </p:sp>
      <p:sp>
        <p:nvSpPr>
          <p:cNvPr id="3" name="Content Placeholder 2"/>
          <p:cNvSpPr>
            <a:spLocks noGrp="1"/>
          </p:cNvSpPr>
          <p:nvPr>
            <p:ph idx="1" sz="half"/>
          </p:nvPr>
        </p:nvSpPr>
        <p:spPr/>
        <p:txBody>
          <a:bodyPr wrap="square"/>
          <a:lstStyle/>
          <a:p>
            <a:pPr/>
            <a:r>
              <a:rPr sz="1800"/>
              <a:t>Horizon A — Real vertical slice</a:t>
            </a:r>
          </a:p>
          <a:p>
            <a:pPr lvl="1"/>
            <a:r>
              <a:rPr sz="1600"/>
              <a:t>8 weeks</a:t>
            </a:r>
          </a:p>
          <a:p>
            <a:pPr lvl="1"/>
            <a:r>
              <a:rPr sz="1600"/>
              <a:t>Extends existing v0.2 code — no rewrite</a:t>
            </a:r>
          </a:p>
          <a:p>
            <a:pPr lvl="1"/>
            <a:r>
              <a:rPr sz="1600"/>
              <a:t>Domain model, quality rule engine, evidence + grounding, 5 agents, DuckDB reconciliation</a:t>
            </a:r>
          </a:p>
          <a:p>
            <a:pPr lvl="1"/>
            <a:r>
              <a:rPr sz="1600"/>
              <a:t>Client-demonstrable end to end</a:t>
            </a:r>
          </a:p>
          <a:p>
            <a:pPr lvl="1"/>
            <a:r>
              <a:rPr sz="1600"/>
              <a:t>≈ $370K–380K</a:t>
            </a:r>
          </a:p>
        </p:txBody>
      </p:sp>
      <p:sp>
        <p:nvSpPr>
          <p:cNvPr id="4" name="Content Placeholder 3"/>
          <p:cNvSpPr>
            <a:spLocks noGrp="1"/>
          </p:cNvSpPr>
          <p:nvPr>
            <p:ph idx="2" sz="half"/>
          </p:nvPr>
        </p:nvSpPr>
        <p:spPr/>
        <p:txBody>
          <a:bodyPr wrap="square"/>
          <a:lstStyle/>
          <a:p>
            <a:pPr/>
            <a:r>
              <a:rPr sz="1800"/>
              <a:t>Horizon B — Full enterprise build</a:t>
            </a:r>
          </a:p>
          <a:p>
            <a:pPr lvl="1"/>
            <a:r>
              <a:rPr sz="1600"/>
              <a:t>12 months</a:t>
            </a:r>
          </a:p>
          <a:p>
            <a:pPr lvl="1"/>
            <a:r>
              <a:rPr sz="1600"/>
              <a:t>PostgreSQL, Temporal, full agent supervisor, LLM gateway</a:t>
            </a:r>
          </a:p>
          <a:p>
            <a:pPr lvl="1"/>
            <a:r>
              <a:rPr sz="1600"/>
              <a:t>4 warehouse + 3 pipeline adapters, cost/scale/optimization engines</a:t>
            </a:r>
          </a:p>
          <a:p>
            <a:pPr lvl="1"/>
            <a:r>
              <a:rPr sz="1600"/>
              <a:t>Next.js control tower, SSO, Docker/K8s/multi-cloud</a:t>
            </a:r>
          </a:p>
          <a:p>
            <a:pPr lvl="1"/>
            <a:r>
              <a:rPr sz="1600"/>
              <a:t>≈ $5.6–5.7M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Horizon A — what gets built (8 weeks)</a:t>
            </a:r>
          </a:p>
        </p:txBody>
      </p:sp>
      <p:sp>
        <p:nvSpPr>
          <p:cNvPr id="3" name="Content Placeholder 2"/>
          <p:cNvSpPr>
            <a:spLocks noGrp="1"/>
          </p:cNvSpPr>
          <p:nvPr>
            <p:ph idx="1"/>
          </p:nvPr>
        </p:nvSpPr>
        <p:spPr/>
        <p:txBody>
          <a:bodyPr wrap="square"/>
          <a:lstStyle/>
          <a:p>
            <a:pPr/>
            <a:r>
              <a:rPr sz="1500"/>
              <a:t>Domain model: BusinessConcept, QualityContract, QualityRule, Evidence, AgentClaim, Incident, Certification</a:t>
            </a:r>
          </a:p>
          <a:p>
            <a:pPr/>
            <a:r>
              <a:rPr sz="1500"/>
              <a:t>Adapter abstraction: DataPlatformAdapter/PipelineAdapter ABCs — existing dbt-core, Airflow, dbt Cloud code refactored in, not rewritten</a:t>
            </a:r>
          </a:p>
          <a:p>
            <a:pPr/>
            <a:r>
              <a:rPr sz="1500"/>
              <a:t>Quality Rule Engine: canonical rule model + SQLGlot compiler (DuckDB dialect) + dbt-test backend</a:t>
            </a:r>
          </a:p>
          <a:p>
            <a:pPr/>
            <a:r>
              <a:rPr sz="1500"/>
              <a:t>Context Intelligence (slice): structured ContextPackage from business contract + dbt manifest + Airflow metadata</a:t>
            </a:r>
          </a:p>
          <a:p>
            <a:pPr/>
            <a:r>
              <a:rPr sz="1500"/>
              <a:t>Transformation Intelligence: SQLGlot analysis of SQL → inputs/outputs/CASE/JOIN/FILTER/GROUP BY</a:t>
            </a:r>
          </a:p>
          <a:p>
            <a:pPr/>
            <a:r>
              <a:rPr sz="1500"/>
              <a:t>5 agents: Context, Transformation, Quality, Evidence, RCA — typed I/O, one LLM gateway</a:t>
            </a:r>
          </a:p>
          <a:p>
            <a:pPr/>
            <a:r>
              <a:rPr sz="1500"/>
              <a:t>Grounding Gateway: claim/evidence status machine (SUPPORTED / UNVERIFIED / CONFLICTED)</a:t>
            </a:r>
          </a:p>
          <a:p>
            <a:pPr/>
            <a:r>
              <a:rPr sz="1500"/>
              <a:t>Reconciliation: row count, aggregate, key coverage, hash — source-to-target</a:t>
            </a:r>
          </a:p>
          <a:p>
            <a:pPr/>
            <a:r>
              <a:rPr sz="1500"/>
              <a:t>Revenue Quality Certification demo scenario, replayable end to 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Horizon A cost — 8 weeks, US-based senior team</a:t>
            </a:r>
          </a:p>
        </p:txBody>
      </p:sp>
      <p:graphicFrame>
        <p:nvGraphicFramePr>
          <p:cNvPr id="3" name="Table 2"/>
          <p:cNvGraphicFramePr>
            <a:graphicFrameLocks noGrp="1"/>
          </p:cNvGraphicFramePr>
          <p:nvPr/>
        </p:nvGraphicFramePr>
        <p:xfrm>
          <a:off x="548640" y="1371600"/>
          <a:ext cx="11064240" cy="4754880"/>
        </p:xfrm>
        <a:graphic>
          <a:graphicData uri="http://schemas.openxmlformats.org/drawingml/2006/table">
            <a:tbl>
              <a:tblPr firstRow="1" bandRow="1">
                <a:tableStyleId>{5C22544A-7EE6-4342-B048-85BDC9FD1C3A}</a:tableStyleId>
              </a:tblPr>
              <a:tblGrid>
                <a:gridCol w="4937760"/>
                <a:gridCol w="1645920"/>
                <a:gridCol w="1828800"/>
                <a:gridCol w="2651760"/>
              </a:tblGrid>
              <a:tr h="432261">
                <a:tc>
                  <a:txBody>
                    <a:bodyPr/>
                    <a:lstStyle/>
                    <a:p>
                      <a:pPr algn="l"/>
                      <a:r>
                        <a:rPr sz="1300" b="1">
                          <a:solidFill>
                            <a:srgbClr val="FFFFFF"/>
                          </a:solidFill>
                        </a:rPr>
                        <a:t>Role</a:t>
                      </a:r>
                    </a:p>
                  </a:txBody>
                  <a:tcPr>
                    <a:solidFill>
                      <a:srgbClr val="006E74"/>
                    </a:solidFill>
                  </a:tcPr>
                </a:tc>
                <a:tc>
                  <a:txBody>
                    <a:bodyPr/>
                    <a:lstStyle/>
                    <a:p>
                      <a:pPr algn="r"/>
                      <a:r>
                        <a:rPr sz="1300" b="1">
                          <a:solidFill>
                            <a:srgbClr val="FFFFFF"/>
                          </a:solidFill>
                        </a:rPr>
                        <a:t>FTE</a:t>
                      </a:r>
                    </a:p>
                  </a:txBody>
                  <a:tcPr>
                    <a:solidFill>
                      <a:srgbClr val="006E74"/>
                    </a:solidFill>
                  </a:tcPr>
                </a:tc>
                <a:tc>
                  <a:txBody>
                    <a:bodyPr/>
                    <a:lstStyle/>
                    <a:p>
                      <a:pPr algn="r"/>
                      <a:r>
                        <a:rPr sz="1300" b="1">
                          <a:solidFill>
                            <a:srgbClr val="FFFFFF"/>
                          </a:solidFill>
                        </a:rPr>
                        <a:t>Hours</a:t>
                      </a:r>
                    </a:p>
                  </a:txBody>
                  <a:tcPr>
                    <a:solidFill>
                      <a:srgbClr val="006E74"/>
                    </a:solidFill>
                  </a:tcPr>
                </a:tc>
                <a:tc>
                  <a:txBody>
                    <a:bodyPr/>
                    <a:lstStyle/>
                    <a:p>
                      <a:pPr algn="r"/>
                      <a:r>
                        <a:rPr sz="1300" b="1">
                          <a:solidFill>
                            <a:srgbClr val="FFFFFF"/>
                          </a:solidFill>
                        </a:rPr>
                        <a:t>Cost</a:t>
                      </a:r>
                    </a:p>
                  </a:txBody>
                  <a:tcPr>
                    <a:solidFill>
                      <a:srgbClr val="006E74"/>
                    </a:solidFill>
                  </a:tcPr>
                </a:tc>
              </a:tr>
              <a:tr h="432261">
                <a:tc>
                  <a:txBody>
                    <a:bodyPr/>
                    <a:lstStyle/>
                    <a:p>
                      <a:pPr algn="l"/>
                      <a:r>
                        <a:rPr sz="1300" b="0">
                          <a:solidFill>
                            <a:srgbClr val="231F20"/>
                          </a:solidFill>
                        </a:rPr>
                        <a:t>Principal Architect</a:t>
                      </a:r>
                    </a:p>
                  </a:txBody>
                  <a:tcPr>
                    <a:solidFill>
                      <a:srgbClr val="FFFFFF"/>
                    </a:solidFill>
                  </a:tcPr>
                </a:tc>
                <a:tc>
                  <a:txBody>
                    <a:bodyPr/>
                    <a:lstStyle/>
                    <a:p>
                      <a:pPr algn="r"/>
                      <a:r>
                        <a:rPr sz="1300" b="0">
                          <a:solidFill>
                            <a:srgbClr val="231F20"/>
                          </a:solidFill>
                        </a:rPr>
                        <a:t>0.5</a:t>
                      </a:r>
                    </a:p>
                  </a:txBody>
                  <a:tcPr>
                    <a:solidFill>
                      <a:srgbClr val="FFFFFF"/>
                    </a:solidFill>
                  </a:tcPr>
                </a:tc>
                <a:tc>
                  <a:txBody>
                    <a:bodyPr/>
                    <a:lstStyle/>
                    <a:p>
                      <a:pPr algn="r"/>
                      <a:r>
                        <a:rPr sz="1300" b="0">
                          <a:solidFill>
                            <a:srgbClr val="231F20"/>
                          </a:solidFill>
                        </a:rPr>
                        <a:t>173</a:t>
                      </a:r>
                    </a:p>
                  </a:txBody>
                  <a:tcPr>
                    <a:solidFill>
                      <a:srgbClr val="FFFFFF"/>
                    </a:solidFill>
                  </a:tcPr>
                </a:tc>
                <a:tc>
                  <a:txBody>
                    <a:bodyPr/>
                    <a:lstStyle/>
                    <a:p>
                      <a:pPr algn="r"/>
                      <a:r>
                        <a:rPr sz="1300" b="0">
                          <a:solidFill>
                            <a:srgbClr val="231F20"/>
                          </a:solidFill>
                        </a:rPr>
                        <a:t>$38,925</a:t>
                      </a:r>
                    </a:p>
                  </a:txBody>
                  <a:tcPr>
                    <a:solidFill>
                      <a:srgbClr val="FFFFFF"/>
                    </a:solidFill>
                  </a:tcPr>
                </a:tc>
              </a:tr>
              <a:tr h="432261">
                <a:tc>
                  <a:txBody>
                    <a:bodyPr/>
                    <a:lstStyle/>
                    <a:p>
                      <a:pPr algn="l"/>
                      <a:r>
                        <a:rPr sz="1300" b="0">
                          <a:solidFill>
                            <a:srgbClr val="231F20"/>
                          </a:solidFill>
                        </a:rPr>
                        <a:t>Senior Backend Engineer × 2</a:t>
                      </a:r>
                    </a:p>
                  </a:txBody>
                  <a:tcPr>
                    <a:solidFill>
                      <a:srgbClr val="FFFFFF"/>
                    </a:solidFill>
                  </a:tcPr>
                </a:tc>
                <a:tc>
                  <a:txBody>
                    <a:bodyPr/>
                    <a:lstStyle/>
                    <a:p>
                      <a:pPr algn="r"/>
                      <a:r>
                        <a:rPr sz="1300" b="0">
                          <a:solidFill>
                            <a:srgbClr val="231F20"/>
                          </a:solidFill>
                        </a:rPr>
                        <a:t>2.0</a:t>
                      </a:r>
                    </a:p>
                  </a:txBody>
                  <a:tcPr>
                    <a:solidFill>
                      <a:srgbClr val="FFFFFF"/>
                    </a:solidFill>
                  </a:tcPr>
                </a:tc>
                <a:tc>
                  <a:txBody>
                    <a:bodyPr/>
                    <a:lstStyle/>
                    <a:p>
                      <a:pPr algn="r"/>
                      <a:r>
                        <a:rPr sz="1300" b="0">
                          <a:solidFill>
                            <a:srgbClr val="231F20"/>
                          </a:solidFill>
                        </a:rPr>
                        <a:t>692</a:t>
                      </a:r>
                    </a:p>
                  </a:txBody>
                  <a:tcPr>
                    <a:solidFill>
                      <a:srgbClr val="FFFFFF"/>
                    </a:solidFill>
                  </a:tcPr>
                </a:tc>
                <a:tc>
                  <a:txBody>
                    <a:bodyPr/>
                    <a:lstStyle/>
                    <a:p>
                      <a:pPr algn="r"/>
                      <a:r>
                        <a:rPr sz="1300" b="0">
                          <a:solidFill>
                            <a:srgbClr val="231F20"/>
                          </a:solidFill>
                        </a:rPr>
                        <a:t>$128,020</a:t>
                      </a:r>
                    </a:p>
                  </a:txBody>
                  <a:tcPr>
                    <a:solidFill>
                      <a:srgbClr val="FFFFFF"/>
                    </a:solidFill>
                  </a:tcPr>
                </a:tc>
              </a:tr>
              <a:tr h="432261">
                <a:tc>
                  <a:txBody>
                    <a:bodyPr/>
                    <a:lstStyle/>
                    <a:p>
                      <a:pPr algn="l"/>
                      <a:r>
                        <a:rPr sz="1300" b="0">
                          <a:solidFill>
                            <a:srgbClr val="231F20"/>
                          </a:solidFill>
                        </a:rPr>
                        <a:t>Senior AI/Agent Engineer</a:t>
                      </a:r>
                    </a:p>
                  </a:txBody>
                  <a:tcPr>
                    <a:solidFill>
                      <a:srgbClr val="FFFFFF"/>
                    </a:solidFill>
                  </a:tcPr>
                </a:tc>
                <a:tc>
                  <a:txBody>
                    <a:bodyPr/>
                    <a:lstStyle/>
                    <a:p>
                      <a:pPr algn="r"/>
                      <a:r>
                        <a:rPr sz="1300" b="0">
                          <a:solidFill>
                            <a:srgbClr val="231F20"/>
                          </a:solidFill>
                        </a:rPr>
                        <a:t>1.0</a:t>
                      </a:r>
                    </a:p>
                  </a:txBody>
                  <a:tcPr>
                    <a:solidFill>
                      <a:srgbClr val="FFFFFF"/>
                    </a:solidFill>
                  </a:tcPr>
                </a:tc>
                <a:tc>
                  <a:txBody>
                    <a:bodyPr/>
                    <a:lstStyle/>
                    <a:p>
                      <a:pPr algn="r"/>
                      <a:r>
                        <a:rPr sz="1300" b="0">
                          <a:solidFill>
                            <a:srgbClr val="231F20"/>
                          </a:solidFill>
                        </a:rPr>
                        <a:t>346</a:t>
                      </a:r>
                    </a:p>
                  </a:txBody>
                  <a:tcPr>
                    <a:solidFill>
                      <a:srgbClr val="FFFFFF"/>
                    </a:solidFill>
                  </a:tcPr>
                </a:tc>
                <a:tc>
                  <a:txBody>
                    <a:bodyPr/>
                    <a:lstStyle/>
                    <a:p>
                      <a:pPr algn="r"/>
                      <a:r>
                        <a:rPr sz="1300" b="0">
                          <a:solidFill>
                            <a:srgbClr val="231F20"/>
                          </a:solidFill>
                        </a:rPr>
                        <a:t>$67,470</a:t>
                      </a:r>
                    </a:p>
                  </a:txBody>
                  <a:tcPr>
                    <a:solidFill>
                      <a:srgbClr val="FFFFFF"/>
                    </a:solidFill>
                  </a:tcPr>
                </a:tc>
              </a:tr>
              <a:tr h="432261">
                <a:tc>
                  <a:txBody>
                    <a:bodyPr/>
                    <a:lstStyle/>
                    <a:p>
                      <a:pPr algn="l"/>
                      <a:r>
                        <a:rPr sz="1300" b="0">
                          <a:solidFill>
                            <a:srgbClr val="231F20"/>
                          </a:solidFill>
                        </a:rPr>
                        <a:t>Senior Data Engineer</a:t>
                      </a:r>
                    </a:p>
                  </a:txBody>
                  <a:tcPr>
                    <a:solidFill>
                      <a:srgbClr val="FFFFFF"/>
                    </a:solidFill>
                  </a:tcPr>
                </a:tc>
                <a:tc>
                  <a:txBody>
                    <a:bodyPr/>
                    <a:lstStyle/>
                    <a:p>
                      <a:pPr algn="r"/>
                      <a:r>
                        <a:rPr sz="1300" b="0">
                          <a:solidFill>
                            <a:srgbClr val="231F20"/>
                          </a:solidFill>
                        </a:rPr>
                        <a:t>1.0</a:t>
                      </a:r>
                    </a:p>
                  </a:txBody>
                  <a:tcPr>
                    <a:solidFill>
                      <a:srgbClr val="FFFFFF"/>
                    </a:solidFill>
                  </a:tcPr>
                </a:tc>
                <a:tc>
                  <a:txBody>
                    <a:bodyPr/>
                    <a:lstStyle/>
                    <a:p>
                      <a:pPr algn="r"/>
                      <a:r>
                        <a:rPr sz="1300" b="0">
                          <a:solidFill>
                            <a:srgbClr val="231F20"/>
                          </a:solidFill>
                        </a:rPr>
                        <a:t>346</a:t>
                      </a:r>
                    </a:p>
                  </a:txBody>
                  <a:tcPr>
                    <a:solidFill>
                      <a:srgbClr val="FFFFFF"/>
                    </a:solidFill>
                  </a:tcPr>
                </a:tc>
                <a:tc>
                  <a:txBody>
                    <a:bodyPr/>
                    <a:lstStyle/>
                    <a:p>
                      <a:pPr algn="r"/>
                      <a:r>
                        <a:rPr sz="1300" b="0">
                          <a:solidFill>
                            <a:srgbClr val="231F20"/>
                          </a:solidFill>
                        </a:rPr>
                        <a:t>$62,280</a:t>
                      </a:r>
                    </a:p>
                  </a:txBody>
                  <a:tcPr>
                    <a:solidFill>
                      <a:srgbClr val="FFFFFF"/>
                    </a:solidFill>
                  </a:tcPr>
                </a:tc>
              </a:tr>
              <a:tr h="432261">
                <a:tc>
                  <a:txBody>
                    <a:bodyPr/>
                    <a:lstStyle/>
                    <a:p>
                      <a:pPr algn="l"/>
                      <a:r>
                        <a:rPr sz="1300" b="0">
                          <a:solidFill>
                            <a:srgbClr val="231F20"/>
                          </a:solidFill>
                        </a:rPr>
                        <a:t>Frontend Engineer</a:t>
                      </a:r>
                    </a:p>
                  </a:txBody>
                  <a:tcPr>
                    <a:solidFill>
                      <a:srgbClr val="FFFFFF"/>
                    </a:solidFill>
                  </a:tcPr>
                </a:tc>
                <a:tc>
                  <a:txBody>
                    <a:bodyPr/>
                    <a:lstStyle/>
                    <a:p>
                      <a:pPr algn="r"/>
                      <a:r>
                        <a:rPr sz="1300" b="0">
                          <a:solidFill>
                            <a:srgbClr val="231F20"/>
                          </a:solidFill>
                        </a:rPr>
                        <a:t>0.5</a:t>
                      </a:r>
                    </a:p>
                  </a:txBody>
                  <a:tcPr>
                    <a:solidFill>
                      <a:srgbClr val="FFFFFF"/>
                    </a:solidFill>
                  </a:tcPr>
                </a:tc>
                <a:tc>
                  <a:txBody>
                    <a:bodyPr/>
                    <a:lstStyle/>
                    <a:p>
                      <a:pPr algn="r"/>
                      <a:r>
                        <a:rPr sz="1300" b="0">
                          <a:solidFill>
                            <a:srgbClr val="231F20"/>
                          </a:solidFill>
                        </a:rPr>
                        <a:t>173</a:t>
                      </a:r>
                    </a:p>
                  </a:txBody>
                  <a:tcPr>
                    <a:solidFill>
                      <a:srgbClr val="FFFFFF"/>
                    </a:solidFill>
                  </a:tcPr>
                </a:tc>
                <a:tc>
                  <a:txBody>
                    <a:bodyPr/>
                    <a:lstStyle/>
                    <a:p>
                      <a:pPr algn="r"/>
                      <a:r>
                        <a:rPr sz="1300" b="0">
                          <a:solidFill>
                            <a:srgbClr val="231F20"/>
                          </a:solidFill>
                        </a:rPr>
                        <a:t>$30,275</a:t>
                      </a:r>
                    </a:p>
                  </a:txBody>
                  <a:tcPr>
                    <a:solidFill>
                      <a:srgbClr val="FFFFFF"/>
                    </a:solidFill>
                  </a:tcPr>
                </a:tc>
              </a:tr>
              <a:tr h="432261">
                <a:tc>
                  <a:txBody>
                    <a:bodyPr/>
                    <a:lstStyle/>
                    <a:p>
                      <a:pPr algn="l"/>
                      <a:r>
                        <a:rPr sz="1300" b="0">
                          <a:solidFill>
                            <a:srgbClr val="231F20"/>
                          </a:solidFill>
                        </a:rPr>
                        <a:t>QA Engineer</a:t>
                      </a:r>
                    </a:p>
                  </a:txBody>
                  <a:tcPr>
                    <a:solidFill>
                      <a:srgbClr val="FFFFFF"/>
                    </a:solidFill>
                  </a:tcPr>
                </a:tc>
                <a:tc>
                  <a:txBody>
                    <a:bodyPr/>
                    <a:lstStyle/>
                    <a:p>
                      <a:pPr algn="r"/>
                      <a:r>
                        <a:rPr sz="1300" b="0">
                          <a:solidFill>
                            <a:srgbClr val="231F20"/>
                          </a:solidFill>
                        </a:rPr>
                        <a:t>0.5</a:t>
                      </a:r>
                    </a:p>
                  </a:txBody>
                  <a:tcPr>
                    <a:solidFill>
                      <a:srgbClr val="FFFFFF"/>
                    </a:solidFill>
                  </a:tcPr>
                </a:tc>
                <a:tc>
                  <a:txBody>
                    <a:bodyPr/>
                    <a:lstStyle/>
                    <a:p>
                      <a:pPr algn="r"/>
                      <a:r>
                        <a:rPr sz="1300" b="0">
                          <a:solidFill>
                            <a:srgbClr val="231F20"/>
                          </a:solidFill>
                        </a:rPr>
                        <a:t>173</a:t>
                      </a:r>
                    </a:p>
                  </a:txBody>
                  <a:tcPr>
                    <a:solidFill>
                      <a:srgbClr val="FFFFFF"/>
                    </a:solidFill>
                  </a:tcPr>
                </a:tc>
                <a:tc>
                  <a:txBody>
                    <a:bodyPr/>
                    <a:lstStyle/>
                    <a:p>
                      <a:pPr algn="r"/>
                      <a:r>
                        <a:rPr sz="1300" b="0">
                          <a:solidFill>
                            <a:srgbClr val="231F20"/>
                          </a:solidFill>
                        </a:rPr>
                        <a:t>$25,085</a:t>
                      </a:r>
                    </a:p>
                  </a:txBody>
                  <a:tcPr>
                    <a:solidFill>
                      <a:srgbClr val="FFFFFF"/>
                    </a:solidFill>
                  </a:tcPr>
                </a:tc>
              </a:tr>
              <a:tr h="432261">
                <a:tc>
                  <a:txBody>
                    <a:bodyPr/>
                    <a:lstStyle/>
                    <a:p>
                      <a:pPr algn="l"/>
                      <a:r>
                        <a:rPr sz="1300" b="0">
                          <a:solidFill>
                            <a:srgbClr val="231F20"/>
                          </a:solidFill>
                        </a:rPr>
                        <a:t>Technical PM</a:t>
                      </a:r>
                    </a:p>
                  </a:txBody>
                  <a:tcPr>
                    <a:solidFill>
                      <a:srgbClr val="FFFFFF"/>
                    </a:solidFill>
                  </a:tcPr>
                </a:tc>
                <a:tc>
                  <a:txBody>
                    <a:bodyPr/>
                    <a:lstStyle/>
                    <a:p>
                      <a:pPr algn="r"/>
                      <a:r>
                        <a:rPr sz="1300" b="0">
                          <a:solidFill>
                            <a:srgbClr val="231F20"/>
                          </a:solidFill>
                        </a:rPr>
                        <a:t>0.25</a:t>
                      </a:r>
                    </a:p>
                  </a:txBody>
                  <a:tcPr>
                    <a:solidFill>
                      <a:srgbClr val="FFFFFF"/>
                    </a:solidFill>
                  </a:tcPr>
                </a:tc>
                <a:tc>
                  <a:txBody>
                    <a:bodyPr/>
                    <a:lstStyle/>
                    <a:p>
                      <a:pPr algn="r"/>
                      <a:r>
                        <a:rPr sz="1300" b="0">
                          <a:solidFill>
                            <a:srgbClr val="231F20"/>
                          </a:solidFill>
                        </a:rPr>
                        <a:t>87</a:t>
                      </a:r>
                    </a:p>
                  </a:txBody>
                  <a:tcPr>
                    <a:solidFill>
                      <a:srgbClr val="FFFFFF"/>
                    </a:solidFill>
                  </a:tcPr>
                </a:tc>
                <a:tc>
                  <a:txBody>
                    <a:bodyPr/>
                    <a:lstStyle/>
                    <a:p>
                      <a:pPr algn="r"/>
                      <a:r>
                        <a:rPr sz="1300" b="0">
                          <a:solidFill>
                            <a:srgbClr val="231F20"/>
                          </a:solidFill>
                        </a:rPr>
                        <a:t>$14,272</a:t>
                      </a:r>
                    </a:p>
                  </a:txBody>
                  <a:tcPr>
                    <a:solidFill>
                      <a:srgbClr val="FFFFFF"/>
                    </a:solidFill>
                  </a:tcPr>
                </a:tc>
              </a:tr>
              <a:tr h="432261">
                <a:tc>
                  <a:txBody>
                    <a:bodyPr/>
                    <a:lstStyle/>
                    <a:p>
                      <a:pPr algn="l"/>
                      <a:r>
                        <a:rPr sz="1300" b="0">
                          <a:solidFill>
                            <a:srgbClr val="231F20"/>
                          </a:solidFill>
                        </a:rPr>
                        <a:t>Labor total</a:t>
                      </a:r>
                    </a:p>
                  </a:txBody>
                  <a:tcPr>
                    <a:solidFill>
                      <a:srgbClr val="FFFFFF"/>
                    </a:solidFill>
                  </a:tcPr>
                </a:tc>
                <a:tc>
                  <a:txBody>
                    <a:bodyPr/>
                    <a:lstStyle/>
                    <a:p>
                      <a:pPr algn="r"/>
                      <a:r>
                        <a:rPr sz="1300" b="0">
                          <a:solidFill>
                            <a:srgbClr val="231F20"/>
                          </a:solidFill>
                        </a:rPr>
                        <a:t>5.75</a:t>
                      </a:r>
                    </a:p>
                  </a:txBody>
                  <a:tcPr>
                    <a:solidFill>
                      <a:srgbClr val="FFFFFF"/>
                    </a:solidFill>
                  </a:tcPr>
                </a:tc>
                <a:tc>
                  <a:txBody>
                    <a:bodyPr/>
                    <a:lstStyle/>
                    <a:p>
                      <a:pPr algn="r"/>
                      <a:r>
                        <a:rPr sz="1300" b="0">
                          <a:solidFill>
                            <a:srgbClr val="231F20"/>
                          </a:solidFill>
                        </a:rPr>
                        <a:t>1,990</a:t>
                      </a:r>
                    </a:p>
                  </a:txBody>
                  <a:tcPr>
                    <a:solidFill>
                      <a:srgbClr val="FFFFFF"/>
                    </a:solidFill>
                  </a:tcPr>
                </a:tc>
                <a:tc>
                  <a:txBody>
                    <a:bodyPr/>
                    <a:lstStyle/>
                    <a:p>
                      <a:pPr algn="r"/>
                      <a:r>
                        <a:rPr sz="1300" b="0">
                          <a:solidFill>
                            <a:srgbClr val="231F20"/>
                          </a:solidFill>
                        </a:rPr>
                        <a:t>$366,027</a:t>
                      </a:r>
                    </a:p>
                  </a:txBody>
                  <a:tcPr>
                    <a:solidFill>
                      <a:srgbClr val="FFFFFF"/>
                    </a:solidFill>
                  </a:tcPr>
                </a:tc>
              </a:tr>
              <a:tr h="432261">
                <a:tc>
                  <a:txBody>
                    <a:bodyPr/>
                    <a:lstStyle/>
                    <a:p>
                      <a:pPr algn="l"/>
                      <a:r>
                        <a:rPr sz="1300" b="0">
                          <a:solidFill>
                            <a:srgbClr val="231F20"/>
                          </a:solidFill>
                        </a:rPr>
                        <a:t>Infra / tooling / LLM API</a:t>
                      </a:r>
                    </a:p>
                  </a:txBody>
                  <a:tcPr>
                    <a:solidFill>
                      <a:srgbClr val="FFFFFF"/>
                    </a:solidFill>
                  </a:tcPr>
                </a:tc>
                <a:tc>
                  <a:txBody>
                    <a:bodyPr/>
                    <a:lstStyle/>
                    <a:p>
                      <a:pPr algn="r"/>
                    </a:p>
                  </a:txBody>
                  <a:tcPr>
                    <a:solidFill>
                      <a:srgbClr val="FFFFFF"/>
                    </a:solidFill>
                  </a:tcPr>
                </a:tc>
                <a:tc>
                  <a:txBody>
                    <a:bodyPr/>
                    <a:lstStyle/>
                    <a:p>
                      <a:pPr algn="r"/>
                    </a:p>
                  </a:txBody>
                  <a:tcPr>
                    <a:solidFill>
                      <a:srgbClr val="FFFFFF"/>
                    </a:solidFill>
                  </a:tcPr>
                </a:tc>
                <a:tc>
                  <a:txBody>
                    <a:bodyPr/>
                    <a:lstStyle/>
                    <a:p>
                      <a:pPr algn="r"/>
                      <a:r>
                        <a:rPr sz="1300" b="0">
                          <a:solidFill>
                            <a:srgbClr val="231F20"/>
                          </a:solidFill>
                        </a:rPr>
                        <a:t>$5,000–10,000</a:t>
                      </a:r>
                    </a:p>
                  </a:txBody>
                  <a:tcPr>
                    <a:solidFill>
                      <a:srgbClr val="FFFFFF"/>
                    </a:solidFill>
                  </a:tcPr>
                </a:tc>
              </a:tr>
              <a:tr h="432270">
                <a:tc>
                  <a:txBody>
                    <a:bodyPr/>
                    <a:lstStyle/>
                    <a:p>
                      <a:pPr algn="l"/>
                      <a:r>
                        <a:rPr sz="1300" b="0">
                          <a:solidFill>
                            <a:srgbClr val="231F20"/>
                          </a:solidFill>
                        </a:rPr>
                        <a:t>Horizon A total</a:t>
                      </a:r>
                    </a:p>
                  </a:txBody>
                  <a:tcPr>
                    <a:solidFill>
                      <a:srgbClr val="FFFFFF"/>
                    </a:solidFill>
                  </a:tcPr>
                </a:tc>
                <a:tc>
                  <a:txBody>
                    <a:bodyPr/>
                    <a:lstStyle/>
                    <a:p>
                      <a:pPr algn="r"/>
                    </a:p>
                  </a:txBody>
                  <a:tcPr>
                    <a:solidFill>
                      <a:srgbClr val="FFFFFF"/>
                    </a:solidFill>
                  </a:tcPr>
                </a:tc>
                <a:tc>
                  <a:txBody>
                    <a:bodyPr/>
                    <a:lstStyle/>
                    <a:p>
                      <a:pPr algn="r"/>
                    </a:p>
                  </a:txBody>
                  <a:tcPr>
                    <a:solidFill>
                      <a:srgbClr val="FFFFFF"/>
                    </a:solidFill>
                  </a:tcPr>
                </a:tc>
                <a:tc>
                  <a:txBody>
                    <a:bodyPr/>
                    <a:lstStyle/>
                    <a:p>
                      <a:pPr algn="r"/>
                      <a:r>
                        <a:rPr sz="1300" b="0">
                          <a:solidFill>
                            <a:srgbClr val="231F20"/>
                          </a:solidFill>
                        </a:rPr>
                        <a:t>≈ $370,000–380,000</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Horizon B — what gets built (12 months)</a:t>
            </a:r>
          </a:p>
        </p:txBody>
      </p:sp>
      <p:sp>
        <p:nvSpPr>
          <p:cNvPr id="3" name="Content Placeholder 2"/>
          <p:cNvSpPr>
            <a:spLocks noGrp="1"/>
          </p:cNvSpPr>
          <p:nvPr>
            <p:ph idx="1"/>
          </p:nvPr>
        </p:nvSpPr>
        <p:spPr/>
        <p:txBody>
          <a:bodyPr wrap="square"/>
          <a:lstStyle/>
          <a:p>
            <a:pPr/>
            <a:r>
              <a:rPr sz="1500"/>
              <a:t>Full adapter layer: production-grade Snowflake/BigQuery/Redshift/Databricks + MWAA/Composer/Astronomer</a:t>
            </a:r>
          </a:p>
          <a:p>
            <a:pPr/>
            <a:r>
              <a:rPr sz="1500"/>
              <a:t>Full agent architecture: remaining 6 agents + Agent Supervisor + multi-provider LLM Gateway with cost routing</a:t>
            </a:r>
          </a:p>
          <a:p>
            <a:pPr/>
            <a:r>
              <a:rPr sz="1500"/>
              <a:t>Quality Execution Planner: Scale, Cost, Change and Optimization Intelligence — cost-gated, warehouse-aware</a:t>
            </a:r>
          </a:p>
          <a:p>
            <a:pPr/>
            <a:r>
              <a:rPr sz="1500"/>
              <a:t>Hierarchical hash/bucket reconciliation for billion-row tables; incremental certification (no unnecessary rescans)</a:t>
            </a:r>
          </a:p>
          <a:p>
            <a:pPr/>
            <a:r>
              <a:rPr sz="1500"/>
              <a:t>PostgreSQL + pgvector + S3-compatible object storage + Redis; Temporal replacing asyncio orchestration</a:t>
            </a:r>
          </a:p>
          <a:p>
            <a:pPr/>
            <a:r>
              <a:rPr sz="1500"/>
              <a:t>Full Next.js/React enterprise Control Tower: Data Products, Pipelines, Quality, Contracts, Lineage, Incidents, Evidence, Agents, Certifications, Cost, Administration</a:t>
            </a:r>
          </a:p>
          <a:p>
            <a:pPr/>
            <a:r>
              <a:rPr sz="1500"/>
              <a:t>OIDC/SAML SSO, RBAC, secrets abstraction, agent tool allowlists, audit trail</a:t>
            </a:r>
          </a:p>
          <a:p>
            <a:pPr/>
            <a:r>
              <a:rPr sz="1500"/>
              <a:t>Deployment portability: Docker Compose, Kubernetes (cloud-neutral), Terraform per cloud, OpenTelemetry/Prometheus/Grafana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Horizon B cost — 12 months, US-based senior team</a:t>
            </a:r>
          </a:p>
        </p:txBody>
      </p:sp>
      <p:graphicFrame>
        <p:nvGraphicFramePr>
          <p:cNvPr id="3" name="Table 2"/>
          <p:cNvGraphicFramePr>
            <a:graphicFrameLocks noGrp="1"/>
          </p:cNvGraphicFramePr>
          <p:nvPr/>
        </p:nvGraphicFramePr>
        <p:xfrm>
          <a:off x="548640" y="1188720"/>
          <a:ext cx="11064240" cy="5394960"/>
        </p:xfrm>
        <a:graphic>
          <a:graphicData uri="http://schemas.openxmlformats.org/drawingml/2006/table">
            <a:tbl>
              <a:tblPr firstRow="1" bandRow="1">
                <a:tableStyleId>{5C22544A-7EE6-4342-B048-85BDC9FD1C3A}</a:tableStyleId>
              </a:tblPr>
              <a:tblGrid>
                <a:gridCol w="4937760"/>
                <a:gridCol w="1645920"/>
                <a:gridCol w="1828800"/>
                <a:gridCol w="2651760"/>
              </a:tblGrid>
              <a:tr h="359664">
                <a:tc>
                  <a:txBody>
                    <a:bodyPr/>
                    <a:lstStyle/>
                    <a:p>
                      <a:pPr algn="l"/>
                      <a:r>
                        <a:rPr sz="1200" b="1">
                          <a:solidFill>
                            <a:srgbClr val="FFFFFF"/>
                          </a:solidFill>
                        </a:rPr>
                        <a:t>Role</a:t>
                      </a:r>
                    </a:p>
                  </a:txBody>
                  <a:tcPr>
                    <a:solidFill>
                      <a:srgbClr val="006E74"/>
                    </a:solidFill>
                  </a:tcPr>
                </a:tc>
                <a:tc>
                  <a:txBody>
                    <a:bodyPr/>
                    <a:lstStyle/>
                    <a:p>
                      <a:pPr algn="r"/>
                      <a:r>
                        <a:rPr sz="1200" b="1">
                          <a:solidFill>
                            <a:srgbClr val="FFFFFF"/>
                          </a:solidFill>
                        </a:rPr>
                        <a:t>Avg FTE</a:t>
                      </a:r>
                    </a:p>
                  </a:txBody>
                  <a:tcPr>
                    <a:solidFill>
                      <a:srgbClr val="006E74"/>
                    </a:solidFill>
                  </a:tcPr>
                </a:tc>
                <a:tc>
                  <a:txBody>
                    <a:bodyPr/>
                    <a:lstStyle/>
                    <a:p>
                      <a:pPr algn="r"/>
                      <a:r>
                        <a:rPr sz="1200" b="1">
                          <a:solidFill>
                            <a:srgbClr val="FFFFFF"/>
                          </a:solidFill>
                        </a:rPr>
                        <a:t>Hours</a:t>
                      </a:r>
                    </a:p>
                  </a:txBody>
                  <a:tcPr>
                    <a:solidFill>
                      <a:srgbClr val="006E74"/>
                    </a:solidFill>
                  </a:tcPr>
                </a:tc>
                <a:tc>
                  <a:txBody>
                    <a:bodyPr/>
                    <a:lstStyle/>
                    <a:p>
                      <a:pPr algn="r"/>
                      <a:r>
                        <a:rPr sz="1200" b="1">
                          <a:solidFill>
                            <a:srgbClr val="FFFFFF"/>
                          </a:solidFill>
                        </a:rPr>
                        <a:t>Cost</a:t>
                      </a:r>
                    </a:p>
                  </a:txBody>
                  <a:tcPr>
                    <a:solidFill>
                      <a:srgbClr val="006E74"/>
                    </a:solidFill>
                  </a:tcPr>
                </a:tc>
              </a:tr>
              <a:tr h="359664">
                <a:tc>
                  <a:txBody>
                    <a:bodyPr/>
                    <a:lstStyle/>
                    <a:p>
                      <a:pPr algn="l"/>
                      <a:r>
                        <a:rPr sz="1200" b="0">
                          <a:solidFill>
                            <a:srgbClr val="231F20"/>
                          </a:solidFill>
                        </a:rPr>
                        <a:t>Principal Architect</a:t>
                      </a:r>
                    </a:p>
                  </a:txBody>
                  <a:tcPr>
                    <a:solidFill>
                      <a:srgbClr val="FFFFFF"/>
                    </a:solidFill>
                  </a:tcPr>
                </a:tc>
                <a:tc>
                  <a:txBody>
                    <a:bodyPr/>
                    <a:lstStyle/>
                    <a:p>
                      <a:pPr algn="r"/>
                      <a:r>
                        <a:rPr sz="1200" b="0">
                          <a:solidFill>
                            <a:srgbClr val="231F20"/>
                          </a:solidFill>
                        </a:rPr>
                        <a:t>1.0</a:t>
                      </a:r>
                    </a:p>
                  </a:txBody>
                  <a:tcPr>
                    <a:solidFill>
                      <a:srgbClr val="FFFFFF"/>
                    </a:solidFill>
                  </a:tcPr>
                </a:tc>
                <a:tc>
                  <a:txBody>
                    <a:bodyPr/>
                    <a:lstStyle/>
                    <a:p>
                      <a:pPr algn="r"/>
                      <a:r>
                        <a:rPr sz="1200" b="0">
                          <a:solidFill>
                            <a:srgbClr val="231F20"/>
                          </a:solidFill>
                        </a:rPr>
                        <a:t>2,076</a:t>
                      </a:r>
                    </a:p>
                  </a:txBody>
                  <a:tcPr>
                    <a:solidFill>
                      <a:srgbClr val="FFFFFF"/>
                    </a:solidFill>
                  </a:tcPr>
                </a:tc>
                <a:tc>
                  <a:txBody>
                    <a:bodyPr/>
                    <a:lstStyle/>
                    <a:p>
                      <a:pPr algn="r"/>
                      <a:r>
                        <a:rPr sz="1200" b="0">
                          <a:solidFill>
                            <a:srgbClr val="231F20"/>
                          </a:solidFill>
                        </a:rPr>
                        <a:t>$467,100</a:t>
                      </a:r>
                    </a:p>
                  </a:txBody>
                  <a:tcPr>
                    <a:solidFill>
                      <a:srgbClr val="FFFFFF"/>
                    </a:solidFill>
                  </a:tcPr>
                </a:tc>
              </a:tr>
              <a:tr h="359664">
                <a:tc>
                  <a:txBody>
                    <a:bodyPr/>
                    <a:lstStyle/>
                    <a:p>
                      <a:pPr algn="l"/>
                      <a:r>
                        <a:rPr sz="1200" b="0">
                          <a:solidFill>
                            <a:srgbClr val="231F20"/>
                          </a:solidFill>
                        </a:rPr>
                        <a:t>Senior Backend Engineer</a:t>
                      </a:r>
                    </a:p>
                  </a:txBody>
                  <a:tcPr>
                    <a:solidFill>
                      <a:srgbClr val="FFFFFF"/>
                    </a:solidFill>
                  </a:tcPr>
                </a:tc>
                <a:tc>
                  <a:txBody>
                    <a:bodyPr/>
                    <a:lstStyle/>
                    <a:p>
                      <a:pPr algn="r"/>
                      <a:r>
                        <a:rPr sz="1200" b="0">
                          <a:solidFill>
                            <a:srgbClr val="231F20"/>
                          </a:solidFill>
                        </a:rPr>
                        <a:t>2.5</a:t>
                      </a:r>
                    </a:p>
                  </a:txBody>
                  <a:tcPr>
                    <a:solidFill>
                      <a:srgbClr val="FFFFFF"/>
                    </a:solidFill>
                  </a:tcPr>
                </a:tc>
                <a:tc>
                  <a:txBody>
                    <a:bodyPr/>
                    <a:lstStyle/>
                    <a:p>
                      <a:pPr algn="r"/>
                      <a:r>
                        <a:rPr sz="1200" b="0">
                          <a:solidFill>
                            <a:srgbClr val="231F20"/>
                          </a:solidFill>
                        </a:rPr>
                        <a:t>5,190</a:t>
                      </a:r>
                    </a:p>
                  </a:txBody>
                  <a:tcPr>
                    <a:solidFill>
                      <a:srgbClr val="FFFFFF"/>
                    </a:solidFill>
                  </a:tcPr>
                </a:tc>
                <a:tc>
                  <a:txBody>
                    <a:bodyPr/>
                    <a:lstStyle/>
                    <a:p>
                      <a:pPr algn="r"/>
                      <a:r>
                        <a:rPr sz="1200" b="0">
                          <a:solidFill>
                            <a:srgbClr val="231F20"/>
                          </a:solidFill>
                        </a:rPr>
                        <a:t>$960,150</a:t>
                      </a:r>
                    </a:p>
                  </a:txBody>
                  <a:tcPr>
                    <a:solidFill>
                      <a:srgbClr val="FFFFFF"/>
                    </a:solidFill>
                  </a:tcPr>
                </a:tc>
              </a:tr>
              <a:tr h="359664">
                <a:tc>
                  <a:txBody>
                    <a:bodyPr/>
                    <a:lstStyle/>
                    <a:p>
                      <a:pPr algn="l"/>
                      <a:r>
                        <a:rPr sz="1200" b="0">
                          <a:solidFill>
                            <a:srgbClr val="231F20"/>
                          </a:solidFill>
                        </a:rPr>
                        <a:t>Senior AI/Agent Engineer</a:t>
                      </a:r>
                    </a:p>
                  </a:txBody>
                  <a:tcPr>
                    <a:solidFill>
                      <a:srgbClr val="FFFFFF"/>
                    </a:solidFill>
                  </a:tcPr>
                </a:tc>
                <a:tc>
                  <a:txBody>
                    <a:bodyPr/>
                    <a:lstStyle/>
                    <a:p>
                      <a:pPr algn="r"/>
                      <a:r>
                        <a:rPr sz="1200" b="0">
                          <a:solidFill>
                            <a:srgbClr val="231F20"/>
                          </a:solidFill>
                        </a:rPr>
                        <a:t>1.5</a:t>
                      </a:r>
                    </a:p>
                  </a:txBody>
                  <a:tcPr>
                    <a:solidFill>
                      <a:srgbClr val="FFFFFF"/>
                    </a:solidFill>
                  </a:tcPr>
                </a:tc>
                <a:tc>
                  <a:txBody>
                    <a:bodyPr/>
                    <a:lstStyle/>
                    <a:p>
                      <a:pPr algn="r"/>
                      <a:r>
                        <a:rPr sz="1200" b="0">
                          <a:solidFill>
                            <a:srgbClr val="231F20"/>
                          </a:solidFill>
                        </a:rPr>
                        <a:t>3,114</a:t>
                      </a:r>
                    </a:p>
                  </a:txBody>
                  <a:tcPr>
                    <a:solidFill>
                      <a:srgbClr val="FFFFFF"/>
                    </a:solidFill>
                  </a:tcPr>
                </a:tc>
                <a:tc>
                  <a:txBody>
                    <a:bodyPr/>
                    <a:lstStyle/>
                    <a:p>
                      <a:pPr algn="r"/>
                      <a:r>
                        <a:rPr sz="1200" b="0">
                          <a:solidFill>
                            <a:srgbClr val="231F20"/>
                          </a:solidFill>
                        </a:rPr>
                        <a:t>$607,230</a:t>
                      </a:r>
                    </a:p>
                  </a:txBody>
                  <a:tcPr>
                    <a:solidFill>
                      <a:srgbClr val="FFFFFF"/>
                    </a:solidFill>
                  </a:tcPr>
                </a:tc>
              </a:tr>
              <a:tr h="359664">
                <a:tc>
                  <a:txBody>
                    <a:bodyPr/>
                    <a:lstStyle/>
                    <a:p>
                      <a:pPr algn="l"/>
                      <a:r>
                        <a:rPr sz="1200" b="0">
                          <a:solidFill>
                            <a:srgbClr val="231F20"/>
                          </a:solidFill>
                        </a:rPr>
                        <a:t>Senior Data Engineer</a:t>
                      </a:r>
                    </a:p>
                  </a:txBody>
                  <a:tcPr>
                    <a:solidFill>
                      <a:srgbClr val="FFFFFF"/>
                    </a:solidFill>
                  </a:tcPr>
                </a:tc>
                <a:tc>
                  <a:txBody>
                    <a:bodyPr/>
                    <a:lstStyle/>
                    <a:p>
                      <a:pPr algn="r"/>
                      <a:r>
                        <a:rPr sz="1200" b="0">
                          <a:solidFill>
                            <a:srgbClr val="231F20"/>
                          </a:solidFill>
                        </a:rPr>
                        <a:t>2.0</a:t>
                      </a:r>
                    </a:p>
                  </a:txBody>
                  <a:tcPr>
                    <a:solidFill>
                      <a:srgbClr val="FFFFFF"/>
                    </a:solidFill>
                  </a:tcPr>
                </a:tc>
                <a:tc>
                  <a:txBody>
                    <a:bodyPr/>
                    <a:lstStyle/>
                    <a:p>
                      <a:pPr algn="r"/>
                      <a:r>
                        <a:rPr sz="1200" b="0">
                          <a:solidFill>
                            <a:srgbClr val="231F20"/>
                          </a:solidFill>
                        </a:rPr>
                        <a:t>4,152</a:t>
                      </a:r>
                    </a:p>
                  </a:txBody>
                  <a:tcPr>
                    <a:solidFill>
                      <a:srgbClr val="FFFFFF"/>
                    </a:solidFill>
                  </a:tcPr>
                </a:tc>
                <a:tc>
                  <a:txBody>
                    <a:bodyPr/>
                    <a:lstStyle/>
                    <a:p>
                      <a:pPr algn="r"/>
                      <a:r>
                        <a:rPr sz="1200" b="0">
                          <a:solidFill>
                            <a:srgbClr val="231F20"/>
                          </a:solidFill>
                        </a:rPr>
                        <a:t>$747,360</a:t>
                      </a:r>
                    </a:p>
                  </a:txBody>
                  <a:tcPr>
                    <a:solidFill>
                      <a:srgbClr val="FFFFFF"/>
                    </a:solidFill>
                  </a:tcPr>
                </a:tc>
              </a:tr>
              <a:tr h="359664">
                <a:tc>
                  <a:txBody>
                    <a:bodyPr/>
                    <a:lstStyle/>
                    <a:p>
                      <a:pPr algn="l"/>
                      <a:r>
                        <a:rPr sz="1200" b="0">
                          <a:solidFill>
                            <a:srgbClr val="231F20"/>
                          </a:solidFill>
                        </a:rPr>
                        <a:t>Senior Frontend Engineer</a:t>
                      </a:r>
                    </a:p>
                  </a:txBody>
                  <a:tcPr>
                    <a:solidFill>
                      <a:srgbClr val="FFFFFF"/>
                    </a:solidFill>
                  </a:tcPr>
                </a:tc>
                <a:tc>
                  <a:txBody>
                    <a:bodyPr/>
                    <a:lstStyle/>
                    <a:p>
                      <a:pPr algn="r"/>
                      <a:r>
                        <a:rPr sz="1200" b="0">
                          <a:solidFill>
                            <a:srgbClr val="231F20"/>
                          </a:solidFill>
                        </a:rPr>
                        <a:t>1.5</a:t>
                      </a:r>
                    </a:p>
                  </a:txBody>
                  <a:tcPr>
                    <a:solidFill>
                      <a:srgbClr val="FFFFFF"/>
                    </a:solidFill>
                  </a:tcPr>
                </a:tc>
                <a:tc>
                  <a:txBody>
                    <a:bodyPr/>
                    <a:lstStyle/>
                    <a:p>
                      <a:pPr algn="r"/>
                      <a:r>
                        <a:rPr sz="1200" b="0">
                          <a:solidFill>
                            <a:srgbClr val="231F20"/>
                          </a:solidFill>
                        </a:rPr>
                        <a:t>3,114</a:t>
                      </a:r>
                    </a:p>
                  </a:txBody>
                  <a:tcPr>
                    <a:solidFill>
                      <a:srgbClr val="FFFFFF"/>
                    </a:solidFill>
                  </a:tcPr>
                </a:tc>
                <a:tc>
                  <a:txBody>
                    <a:bodyPr/>
                    <a:lstStyle/>
                    <a:p>
                      <a:pPr algn="r"/>
                      <a:r>
                        <a:rPr sz="1200" b="0">
                          <a:solidFill>
                            <a:srgbClr val="231F20"/>
                          </a:solidFill>
                        </a:rPr>
                        <a:t>$544,950</a:t>
                      </a:r>
                    </a:p>
                  </a:txBody>
                  <a:tcPr>
                    <a:solidFill>
                      <a:srgbClr val="FFFFFF"/>
                    </a:solidFill>
                  </a:tcPr>
                </a:tc>
              </a:tr>
              <a:tr h="359664">
                <a:tc>
                  <a:txBody>
                    <a:bodyPr/>
                    <a:lstStyle/>
                    <a:p>
                      <a:pPr algn="l"/>
                      <a:r>
                        <a:rPr sz="1200" b="0">
                          <a:solidFill>
                            <a:srgbClr val="231F20"/>
                          </a:solidFill>
                        </a:rPr>
                        <a:t>DevOps/Platform Engineer</a:t>
                      </a:r>
                    </a:p>
                  </a:txBody>
                  <a:tcPr>
                    <a:solidFill>
                      <a:srgbClr val="FFFFFF"/>
                    </a:solidFill>
                  </a:tcPr>
                </a:tc>
                <a:tc>
                  <a:txBody>
                    <a:bodyPr/>
                    <a:lstStyle/>
                    <a:p>
                      <a:pPr algn="r"/>
                      <a:r>
                        <a:rPr sz="1200" b="0">
                          <a:solidFill>
                            <a:srgbClr val="231F20"/>
                          </a:solidFill>
                        </a:rPr>
                        <a:t>1.0</a:t>
                      </a:r>
                    </a:p>
                  </a:txBody>
                  <a:tcPr>
                    <a:solidFill>
                      <a:srgbClr val="FFFFFF"/>
                    </a:solidFill>
                  </a:tcPr>
                </a:tc>
                <a:tc>
                  <a:txBody>
                    <a:bodyPr/>
                    <a:lstStyle/>
                    <a:p>
                      <a:pPr algn="r"/>
                      <a:r>
                        <a:rPr sz="1200" b="0">
                          <a:solidFill>
                            <a:srgbClr val="231F20"/>
                          </a:solidFill>
                        </a:rPr>
                        <a:t>2,076</a:t>
                      </a:r>
                    </a:p>
                  </a:txBody>
                  <a:tcPr>
                    <a:solidFill>
                      <a:srgbClr val="FFFFFF"/>
                    </a:solidFill>
                  </a:tcPr>
                </a:tc>
                <a:tc>
                  <a:txBody>
                    <a:bodyPr/>
                    <a:lstStyle/>
                    <a:p>
                      <a:pPr algn="r"/>
                      <a:r>
                        <a:rPr sz="1200" b="0">
                          <a:solidFill>
                            <a:srgbClr val="231F20"/>
                          </a:solidFill>
                        </a:rPr>
                        <a:t>$373,680</a:t>
                      </a:r>
                    </a:p>
                  </a:txBody>
                  <a:tcPr>
                    <a:solidFill>
                      <a:srgbClr val="FFFFFF"/>
                    </a:solidFill>
                  </a:tcPr>
                </a:tc>
              </a:tr>
              <a:tr h="359664">
                <a:tc>
                  <a:txBody>
                    <a:bodyPr/>
                    <a:lstStyle/>
                    <a:p>
                      <a:pPr algn="l"/>
                      <a:r>
                        <a:rPr sz="1200" b="0">
                          <a:solidFill>
                            <a:srgbClr val="231F20"/>
                          </a:solidFill>
                        </a:rPr>
                        <a:t>QA/Test Engineer</a:t>
                      </a:r>
                    </a:p>
                  </a:txBody>
                  <a:tcPr>
                    <a:solidFill>
                      <a:srgbClr val="FFFFFF"/>
                    </a:solidFill>
                  </a:tcPr>
                </a:tc>
                <a:tc>
                  <a:txBody>
                    <a:bodyPr/>
                    <a:lstStyle/>
                    <a:p>
                      <a:pPr algn="r"/>
                      <a:r>
                        <a:rPr sz="1200" b="0">
                          <a:solidFill>
                            <a:srgbClr val="231F20"/>
                          </a:solidFill>
                        </a:rPr>
                        <a:t>1.0</a:t>
                      </a:r>
                    </a:p>
                  </a:txBody>
                  <a:tcPr>
                    <a:solidFill>
                      <a:srgbClr val="FFFFFF"/>
                    </a:solidFill>
                  </a:tcPr>
                </a:tc>
                <a:tc>
                  <a:txBody>
                    <a:bodyPr/>
                    <a:lstStyle/>
                    <a:p>
                      <a:pPr algn="r"/>
                      <a:r>
                        <a:rPr sz="1200" b="0">
                          <a:solidFill>
                            <a:srgbClr val="231F20"/>
                          </a:solidFill>
                        </a:rPr>
                        <a:t>2,076</a:t>
                      </a:r>
                    </a:p>
                  </a:txBody>
                  <a:tcPr>
                    <a:solidFill>
                      <a:srgbClr val="FFFFFF"/>
                    </a:solidFill>
                  </a:tcPr>
                </a:tc>
                <a:tc>
                  <a:txBody>
                    <a:bodyPr/>
                    <a:lstStyle/>
                    <a:p>
                      <a:pPr algn="r"/>
                      <a:r>
                        <a:rPr sz="1200" b="0">
                          <a:solidFill>
                            <a:srgbClr val="231F20"/>
                          </a:solidFill>
                        </a:rPr>
                        <a:t>$301,020</a:t>
                      </a:r>
                    </a:p>
                  </a:txBody>
                  <a:tcPr>
                    <a:solidFill>
                      <a:srgbClr val="FFFFFF"/>
                    </a:solidFill>
                  </a:tcPr>
                </a:tc>
              </a:tr>
              <a:tr h="359664">
                <a:tc>
                  <a:txBody>
                    <a:bodyPr/>
                    <a:lstStyle/>
                    <a:p>
                      <a:pPr algn="l"/>
                      <a:r>
                        <a:rPr sz="1200" b="0">
                          <a:solidFill>
                            <a:srgbClr val="231F20"/>
                          </a:solidFill>
                        </a:rPr>
                        <a:t>Security Engineer (fractional)</a:t>
                      </a:r>
                    </a:p>
                  </a:txBody>
                  <a:tcPr>
                    <a:solidFill>
                      <a:srgbClr val="FFFFFF"/>
                    </a:solidFill>
                  </a:tcPr>
                </a:tc>
                <a:tc>
                  <a:txBody>
                    <a:bodyPr/>
                    <a:lstStyle/>
                    <a:p>
                      <a:pPr algn="r"/>
                      <a:r>
                        <a:rPr sz="1200" b="0">
                          <a:solidFill>
                            <a:srgbClr val="231F20"/>
                          </a:solidFill>
                        </a:rPr>
                        <a:t>0.4</a:t>
                      </a:r>
                    </a:p>
                  </a:txBody>
                  <a:tcPr>
                    <a:solidFill>
                      <a:srgbClr val="FFFFFF"/>
                    </a:solidFill>
                  </a:tcPr>
                </a:tc>
                <a:tc>
                  <a:txBody>
                    <a:bodyPr/>
                    <a:lstStyle/>
                    <a:p>
                      <a:pPr algn="r"/>
                      <a:r>
                        <a:rPr sz="1200" b="0">
                          <a:solidFill>
                            <a:srgbClr val="231F20"/>
                          </a:solidFill>
                        </a:rPr>
                        <a:t>830</a:t>
                      </a:r>
                    </a:p>
                  </a:txBody>
                  <a:tcPr>
                    <a:solidFill>
                      <a:srgbClr val="FFFFFF"/>
                    </a:solidFill>
                  </a:tcPr>
                </a:tc>
                <a:tc>
                  <a:txBody>
                    <a:bodyPr/>
                    <a:lstStyle/>
                    <a:p>
                      <a:pPr algn="r"/>
                      <a:r>
                        <a:rPr sz="1200" b="0">
                          <a:solidFill>
                            <a:srgbClr val="231F20"/>
                          </a:solidFill>
                        </a:rPr>
                        <a:t>$166,080</a:t>
                      </a:r>
                    </a:p>
                  </a:txBody>
                  <a:tcPr>
                    <a:solidFill>
                      <a:srgbClr val="FFFFFF"/>
                    </a:solidFill>
                  </a:tcPr>
                </a:tc>
              </a:tr>
              <a:tr h="359664">
                <a:tc>
                  <a:txBody>
                    <a:bodyPr/>
                    <a:lstStyle/>
                    <a:p>
                      <a:pPr algn="l"/>
                      <a:r>
                        <a:rPr sz="1200" b="0">
                          <a:solidFill>
                            <a:srgbClr val="231F20"/>
                          </a:solidFill>
                        </a:rPr>
                        <a:t>Technical PM</a:t>
                      </a:r>
                    </a:p>
                  </a:txBody>
                  <a:tcPr>
                    <a:solidFill>
                      <a:srgbClr val="FFFFFF"/>
                    </a:solidFill>
                  </a:tcPr>
                </a:tc>
                <a:tc>
                  <a:txBody>
                    <a:bodyPr/>
                    <a:lstStyle/>
                    <a:p>
                      <a:pPr algn="r"/>
                      <a:r>
                        <a:rPr sz="1200" b="0">
                          <a:solidFill>
                            <a:srgbClr val="231F20"/>
                          </a:solidFill>
                        </a:rPr>
                        <a:t>0.75</a:t>
                      </a:r>
                    </a:p>
                  </a:txBody>
                  <a:tcPr>
                    <a:solidFill>
                      <a:srgbClr val="FFFFFF"/>
                    </a:solidFill>
                  </a:tcPr>
                </a:tc>
                <a:tc>
                  <a:txBody>
                    <a:bodyPr/>
                    <a:lstStyle/>
                    <a:p>
                      <a:pPr algn="r"/>
                      <a:r>
                        <a:rPr sz="1200" b="0">
                          <a:solidFill>
                            <a:srgbClr val="231F20"/>
                          </a:solidFill>
                        </a:rPr>
                        <a:t>1,557</a:t>
                      </a:r>
                    </a:p>
                  </a:txBody>
                  <a:tcPr>
                    <a:solidFill>
                      <a:srgbClr val="FFFFFF"/>
                    </a:solidFill>
                  </a:tcPr>
                </a:tc>
                <a:tc>
                  <a:txBody>
                    <a:bodyPr/>
                    <a:lstStyle/>
                    <a:p>
                      <a:pPr algn="r"/>
                      <a:r>
                        <a:rPr sz="1200" b="0">
                          <a:solidFill>
                            <a:srgbClr val="231F20"/>
                          </a:solidFill>
                        </a:rPr>
                        <a:t>$256,905</a:t>
                      </a:r>
                    </a:p>
                  </a:txBody>
                  <a:tcPr>
                    <a:solidFill>
                      <a:srgbClr val="FFFFFF"/>
                    </a:solidFill>
                  </a:tcPr>
                </a:tc>
              </a:tr>
              <a:tr h="359664">
                <a:tc>
                  <a:txBody>
                    <a:bodyPr/>
                    <a:lstStyle/>
                    <a:p>
                      <a:pPr algn="l"/>
                      <a:r>
                        <a:rPr sz="1200" b="0">
                          <a:solidFill>
                            <a:srgbClr val="231F20"/>
                          </a:solidFill>
                        </a:rPr>
                        <a:t>UX Designer (fractional)</a:t>
                      </a:r>
                    </a:p>
                  </a:txBody>
                  <a:tcPr>
                    <a:solidFill>
                      <a:srgbClr val="FFFFFF"/>
                    </a:solidFill>
                  </a:tcPr>
                </a:tc>
                <a:tc>
                  <a:txBody>
                    <a:bodyPr/>
                    <a:lstStyle/>
                    <a:p>
                      <a:pPr algn="r"/>
                      <a:r>
                        <a:rPr sz="1200" b="0">
                          <a:solidFill>
                            <a:srgbClr val="231F20"/>
                          </a:solidFill>
                        </a:rPr>
                        <a:t>0.35</a:t>
                      </a:r>
                    </a:p>
                  </a:txBody>
                  <a:tcPr>
                    <a:solidFill>
                      <a:srgbClr val="FFFFFF"/>
                    </a:solidFill>
                  </a:tcPr>
                </a:tc>
                <a:tc>
                  <a:txBody>
                    <a:bodyPr/>
                    <a:lstStyle/>
                    <a:p>
                      <a:pPr algn="r"/>
                      <a:r>
                        <a:rPr sz="1200" b="0">
                          <a:solidFill>
                            <a:srgbClr val="231F20"/>
                          </a:solidFill>
                        </a:rPr>
                        <a:t>727</a:t>
                      </a:r>
                    </a:p>
                  </a:txBody>
                  <a:tcPr>
                    <a:solidFill>
                      <a:srgbClr val="FFFFFF"/>
                    </a:solidFill>
                  </a:tcPr>
                </a:tc>
                <a:tc>
                  <a:txBody>
                    <a:bodyPr/>
                    <a:lstStyle/>
                    <a:p>
                      <a:pPr algn="r"/>
                      <a:r>
                        <a:rPr sz="1200" b="0">
                          <a:solidFill>
                            <a:srgbClr val="231F20"/>
                          </a:solidFill>
                        </a:rPr>
                        <a:t>$112,623</a:t>
                      </a:r>
                    </a:p>
                  </a:txBody>
                  <a:tcPr>
                    <a:solidFill>
                      <a:srgbClr val="FFFFFF"/>
                    </a:solidFill>
                  </a:tcPr>
                </a:tc>
              </a:tr>
              <a:tr h="359664">
                <a:tc>
                  <a:txBody>
                    <a:bodyPr/>
                    <a:lstStyle/>
                    <a:p>
                      <a:pPr algn="l"/>
                      <a:r>
                        <a:rPr sz="1200" b="0">
                          <a:solidFill>
                            <a:srgbClr val="231F20"/>
                          </a:solidFill>
                        </a:rPr>
                        <a:t>Labor total</a:t>
                      </a:r>
                    </a:p>
                  </a:txBody>
                  <a:tcPr>
                    <a:solidFill>
                      <a:srgbClr val="FFFFFF"/>
                    </a:solidFill>
                  </a:tcPr>
                </a:tc>
                <a:tc>
                  <a:txBody>
                    <a:bodyPr/>
                    <a:lstStyle/>
                    <a:p>
                      <a:pPr algn="r"/>
                      <a:r>
                        <a:rPr sz="1200" b="0">
                          <a:solidFill>
                            <a:srgbClr val="231F20"/>
                          </a:solidFill>
                        </a:rPr>
                        <a:t>~12.0</a:t>
                      </a:r>
                    </a:p>
                  </a:txBody>
                  <a:tcPr>
                    <a:solidFill>
                      <a:srgbClr val="FFFFFF"/>
                    </a:solidFill>
                  </a:tcPr>
                </a:tc>
                <a:tc>
                  <a:txBody>
                    <a:bodyPr/>
                    <a:lstStyle/>
                    <a:p>
                      <a:pPr algn="r"/>
                      <a:r>
                        <a:rPr sz="1200" b="0">
                          <a:solidFill>
                            <a:srgbClr val="231F20"/>
                          </a:solidFill>
                        </a:rPr>
                        <a:t>~24,900</a:t>
                      </a:r>
                    </a:p>
                  </a:txBody>
                  <a:tcPr>
                    <a:solidFill>
                      <a:srgbClr val="FFFFFF"/>
                    </a:solidFill>
                  </a:tcPr>
                </a:tc>
                <a:tc>
                  <a:txBody>
                    <a:bodyPr/>
                    <a:lstStyle/>
                    <a:p>
                      <a:pPr algn="r"/>
                      <a:r>
                        <a:rPr sz="1200" b="0">
                          <a:solidFill>
                            <a:srgbClr val="231F20"/>
                          </a:solidFill>
                        </a:rPr>
                        <a:t>$4,537,098</a:t>
                      </a:r>
                    </a:p>
                  </a:txBody>
                  <a:tcPr>
                    <a:solidFill>
                      <a:srgbClr val="FFFFFF"/>
                    </a:solidFill>
                  </a:tcPr>
                </a:tc>
              </a:tr>
              <a:tr h="359664">
                <a:tc>
                  <a:txBody>
                    <a:bodyPr/>
                    <a:lstStyle/>
                    <a:p>
                      <a:pPr algn="l"/>
                      <a:r>
                        <a:rPr sz="1200" b="0">
                          <a:solidFill>
                            <a:srgbClr val="231F20"/>
                          </a:solidFill>
                        </a:rPr>
                        <a:t>Infra / tooling / third-party</a:t>
                      </a:r>
                    </a:p>
                  </a:txBody>
                  <a:tcPr>
                    <a:solidFill>
                      <a:srgbClr val="FFFFFF"/>
                    </a:solidFill>
                  </a:tcPr>
                </a:tc>
                <a:tc>
                  <a:txBody>
                    <a:bodyPr/>
                    <a:lstStyle/>
                    <a:p>
                      <a:pPr algn="r"/>
                    </a:p>
                  </a:txBody>
                  <a:tcPr>
                    <a:solidFill>
                      <a:srgbClr val="FFFFFF"/>
                    </a:solidFill>
                  </a:tcPr>
                </a:tc>
                <a:tc>
                  <a:txBody>
                    <a:bodyPr/>
                    <a:lstStyle/>
                    <a:p>
                      <a:pPr algn="r"/>
                    </a:p>
                  </a:txBody>
                  <a:tcPr>
                    <a:solidFill>
                      <a:srgbClr val="FFFFFF"/>
                    </a:solidFill>
                  </a:tcPr>
                </a:tc>
                <a:tc>
                  <a:txBody>
                    <a:bodyPr/>
                    <a:lstStyle/>
                    <a:p>
                      <a:pPr algn="r"/>
                      <a:r>
                        <a:rPr sz="1200" b="0">
                          <a:solidFill>
                            <a:srgbClr val="231F20"/>
                          </a:solidFill>
                        </a:rPr>
                        <a:t>≈ $500,000</a:t>
                      </a:r>
                    </a:p>
                  </a:txBody>
                  <a:tcPr>
                    <a:solidFill>
                      <a:srgbClr val="FFFFFF"/>
                    </a:solidFill>
                  </a:tcPr>
                </a:tc>
              </a:tr>
              <a:tr h="359664">
                <a:tc>
                  <a:txBody>
                    <a:bodyPr/>
                    <a:lstStyle/>
                    <a:p>
                      <a:pPr algn="l"/>
                      <a:r>
                        <a:rPr sz="1200" b="0">
                          <a:solidFill>
                            <a:srgbClr val="231F20"/>
                          </a:solidFill>
                        </a:rPr>
                        <a:t>Contingency (12%)</a:t>
                      </a:r>
                    </a:p>
                  </a:txBody>
                  <a:tcPr>
                    <a:solidFill>
                      <a:srgbClr val="FFFFFF"/>
                    </a:solidFill>
                  </a:tcPr>
                </a:tc>
                <a:tc>
                  <a:txBody>
                    <a:bodyPr/>
                    <a:lstStyle/>
                    <a:p>
                      <a:pPr algn="r"/>
                    </a:p>
                  </a:txBody>
                  <a:tcPr>
                    <a:solidFill>
                      <a:srgbClr val="FFFFFF"/>
                    </a:solidFill>
                  </a:tcPr>
                </a:tc>
                <a:tc>
                  <a:txBody>
                    <a:bodyPr/>
                    <a:lstStyle/>
                    <a:p>
                      <a:pPr algn="r"/>
                    </a:p>
                  </a:txBody>
                  <a:tcPr>
                    <a:solidFill>
                      <a:srgbClr val="FFFFFF"/>
                    </a:solidFill>
                  </a:tcPr>
                </a:tc>
                <a:tc>
                  <a:txBody>
                    <a:bodyPr/>
                    <a:lstStyle/>
                    <a:p>
                      <a:pPr algn="r"/>
                      <a:r>
                        <a:rPr sz="1200" b="0">
                          <a:solidFill>
                            <a:srgbClr val="231F20"/>
                          </a:solidFill>
                        </a:rPr>
                        <a:t>≈ $605,000</a:t>
                      </a:r>
                    </a:p>
                  </a:txBody>
                  <a:tcPr>
                    <a:solidFill>
                      <a:srgbClr val="FFFFFF"/>
                    </a:solidFill>
                  </a:tcPr>
                </a:tc>
              </a:tr>
              <a:tr h="359664">
                <a:tc>
                  <a:txBody>
                    <a:bodyPr/>
                    <a:lstStyle/>
                    <a:p>
                      <a:pPr algn="l"/>
                      <a:r>
                        <a:rPr sz="1200" b="0">
                          <a:solidFill>
                            <a:srgbClr val="231F20"/>
                          </a:solidFill>
                        </a:rPr>
                        <a:t>Horizon B total</a:t>
                      </a:r>
                    </a:p>
                  </a:txBody>
                  <a:tcPr>
                    <a:solidFill>
                      <a:srgbClr val="FFFFFF"/>
                    </a:solidFill>
                  </a:tcPr>
                </a:tc>
                <a:tc>
                  <a:txBody>
                    <a:bodyPr/>
                    <a:lstStyle/>
                    <a:p>
                      <a:pPr algn="r"/>
                    </a:p>
                  </a:txBody>
                  <a:tcPr>
                    <a:solidFill>
                      <a:srgbClr val="FFFFFF"/>
                    </a:solidFill>
                  </a:tcPr>
                </a:tc>
                <a:tc>
                  <a:txBody>
                    <a:bodyPr/>
                    <a:lstStyle/>
                    <a:p>
                      <a:pPr algn="r"/>
                    </a:p>
                  </a:txBody>
                  <a:tcPr>
                    <a:solidFill>
                      <a:srgbClr val="FFFFFF"/>
                    </a:solidFill>
                  </a:tcPr>
                </a:tc>
                <a:tc>
                  <a:txBody>
                    <a:bodyPr/>
                    <a:lstStyle/>
                    <a:p>
                      <a:pPr algn="r"/>
                      <a:r>
                        <a:rPr sz="1200" b="0">
                          <a:solidFill>
                            <a:srgbClr val="231F20"/>
                          </a:solidFill>
                        </a:rPr>
                        <a:t>≈ $5.6–5.7M</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sz="1800"/>
              <a:t>Combined program: ≈ $6.0–6.1M over ≈ 14 months</a:t>
            </a:r>
          </a:p>
          <a:p>
            <a:r>
              <a:rPr sz="1800"/>
              <a:t>Horizon A ($375K, 2 months) + Horizon B ($5.6–5.7M, 12 months)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moves this number</a:t>
            </a:r>
          </a:p>
        </p:txBody>
      </p:sp>
      <p:sp>
        <p:nvSpPr>
          <p:cNvPr id="3" name="Content Placeholder 2"/>
          <p:cNvSpPr>
            <a:spLocks noGrp="1"/>
          </p:cNvSpPr>
          <p:nvPr>
            <p:ph idx="1"/>
          </p:nvPr>
        </p:nvSpPr>
        <p:spPr/>
        <p:txBody>
          <a:bodyPr wrap="square"/>
          <a:lstStyle/>
          <a:p>
            <a:pPr/>
            <a:r>
              <a:rPr sz="1800"/>
              <a:t>Team sourcing mix — this uses 100% US-based senior rates; a blended onshore/offshore delivery model typically brings Horizon B labor down 35–50% (≈ $2.3–3.0M)</a:t>
            </a:r>
          </a:p>
          <a:p>
            <a:pPr/>
            <a:r>
              <a:rPr sz="1800"/>
              <a:t>How many of the 4 warehouse adapters get live credentials vs. contract-tested-only during the build</a:t>
            </a:r>
          </a:p>
          <a:p>
            <a:pPr/>
            <a:r>
              <a:rPr sz="1800"/>
              <a:t>Whether all 3 deployment targets (Docker/K8s/cloud-VPC) are needed in year one, or Kubernetes/multi-cloud can be deferred post-GA</a:t>
            </a:r>
          </a:p>
          <a:p>
            <a:pPr/>
            <a:r>
              <a:rPr sz="1800"/>
              <a:t>LLM cost regime — model choice and caching discipline directly affect ongoing AI spend, not just build cost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Recommended sequencing</a:t>
            </a:r>
          </a:p>
        </p:txBody>
      </p:sp>
      <p:sp>
        <p:nvSpPr>
          <p:cNvPr id="3" name="Content Placeholder 2"/>
          <p:cNvSpPr>
            <a:spLocks noGrp="1"/>
          </p:cNvSpPr>
          <p:nvPr>
            <p:ph idx="1"/>
          </p:nvPr>
        </p:nvSpPr>
        <p:spPr/>
        <p:txBody>
          <a:bodyPr wrap="square"/>
          <a:lstStyle/>
          <a:p>
            <a:pPr/>
            <a:r>
              <a:rPr sz="1800"/>
              <a:t>Weeks 1–2: Phase 0 audit + finalize Horizon A scope sign-off</a:t>
            </a:r>
          </a:p>
          <a:p>
            <a:pPr/>
            <a:r>
              <a:rPr sz="1800"/>
              <a:t>Weeks 3–8: Build Horizon A vertical slice; demo Revenue Quality Certification live</a:t>
            </a:r>
          </a:p>
          <a:p>
            <a:pPr/>
            <a:r>
              <a:rPr sz="1800"/>
              <a:t>Decision gate: use the Horizon A demo to secure funding/commitment for Horizon B before staffing to 12 FTEs</a:t>
            </a:r>
          </a:p>
          <a:p>
            <a:pPr/>
            <a:r>
              <a:rPr sz="1800"/>
              <a:t>Months 3–14: Horizon B, phased delivery, quarterly re-costing checkpoints against actuals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Tree>
  </p:cSld>
  <p:clrMapOvr>
    <a:masterClrMapping/>
  </p:clrMapOvr>
</p:sld>
</file>

<file path=ppt/theme/theme1.xml><?xml version="1.0" encoding="utf-8"?>
<a:theme xmlns:a="http://schemas.openxmlformats.org/drawingml/2006/main" name="UST 2025 Q4 Aptos">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Template Aptos Light">
      <a:majorFont>
        <a:latin typeface="Aptos Light"/>
        <a:ea typeface=""/>
        <a:cs typeface=""/>
      </a:majorFont>
      <a:minorFont>
        <a:latin typeface="Aptos Light"/>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0" indent="0" algn="l">
          <a:lnSpc>
            <a:spcPct val="100000"/>
          </a:lnSpc>
          <a:spcBef>
            <a:spcPts val="1200"/>
          </a:spcBef>
          <a:buSzPct val="100000"/>
          <a:buFont typeface="Arial" panose="020B0604020202020204" pitchFamily="34" charset="0"/>
          <a:buNone/>
          <a:defRPr sz="1800" dirty="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theme/theme3.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6CF75B7C77BB0459C5B87933D086ADE" ma:contentTypeVersion="0" ma:contentTypeDescription="Create a new document." ma:contentTypeScope="" ma:versionID="24cd19cbdbe762fc055ab5aa7b8a5f2f">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F18AF8-9165-447B-A970-765D04B49555}">
  <ds:schemaRefs>
    <ds:schemaRef ds:uri="http://schemas.microsoft.com/sharepoint/v3/contenttype/forms"/>
  </ds:schemaRefs>
</ds:datastoreItem>
</file>

<file path=customXml/itemProps2.xml><?xml version="1.0" encoding="utf-8"?>
<ds:datastoreItem xmlns:ds="http://schemas.openxmlformats.org/officeDocument/2006/customXml" ds:itemID="{4392867A-8AA1-4168-BF07-0951AF4163E9}"/>
</file>

<file path=customXml/itemProps3.xml><?xml version="1.0" encoding="utf-8"?>
<ds:datastoreItem xmlns:ds="http://schemas.openxmlformats.org/officeDocument/2006/customXml" ds:itemID="{938E9144-E3A5-41BC-AFE4-00414EB4BFE9}">
  <ds:schemaRefs>
    <ds:schemaRef ds:uri="http://purl.org/dc/elements/1.1/"/>
    <ds:schemaRef ds:uri="http://schemas.microsoft.com/office/2006/metadata/properties"/>
    <ds:schemaRef ds:uri="3d490cd2-1cd2-4229-bf74-977b65ab40b2"/>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5de21204-f6c2-476d-9eb4-7ba6a46565b5"/>
    <ds:schemaRef ds:uri="http://www.w3.org/XML/1998/namespace"/>
    <ds:schemaRef ds:uri="http://purl.org/dc/dcmitype/"/>
    <ds:schemaRef ds:uri="d7e80b75-c886-4080-bb34-88e45982328e"/>
    <ds:schemaRef ds:uri="0f51703b-30bc-45e5-bd46-2ff886034ee8"/>
  </ds:schemaRefs>
</ds:datastoreItem>
</file>

<file path=docProps/app.xml><?xml version="1.0" encoding="utf-8"?>
<Properties xmlns="http://schemas.openxmlformats.org/officeDocument/2006/extended-properties" xmlns:vt="http://schemas.openxmlformats.org/officeDocument/2006/docPropsVTypes">
  <Template/>
  <TotalTime>21631</TotalTime>
  <Words>5004</Words>
  <Application>Microsoft Office PowerPoint</Application>
  <PresentationFormat>Widescreen</PresentationFormat>
  <Paragraphs>641</Paragraphs>
  <Slides>58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Aptos</vt:lpstr>
      <vt:lpstr>Aptos Light</vt:lpstr>
      <vt:lpstr>Arial</vt:lpstr>
      <vt:lpstr>Wingdings</vt:lpstr>
      <vt:lpstr>UST 2025 Q4 Aptos</vt:lpstr>
      <vt:lpstr>Welcome to the UST 16x9 PowerPoint template</vt:lpstr>
      <vt:lpstr>Fonts</vt:lpstr>
      <vt:lpstr>Colors</vt:lpstr>
      <vt:lpstr>Presentation title is Aptos Light 48pt, sentence case, three lines max</vt:lpstr>
      <vt:lpstr>Presentation title is Aptos Light 48pt, sentence case, three lines max</vt:lpstr>
      <vt:lpstr>Presentation title  is Aptos Light 32pt,  sentence case,  four lines max</vt:lpstr>
      <vt:lpstr>Presentation title  is Aptos Light 32pt, </vt:lpstr>
      <vt:lpstr>Presentation title  is Aptos Light 32pt, </vt:lpstr>
      <vt:lpstr>Presentation title  is Aptos Light 32pt, </vt:lpstr>
      <vt:lpstr>PowerPoint Presentation</vt:lpstr>
      <vt:lpstr>PowerPoint Presentation</vt:lpstr>
      <vt:lpstr>PowerPoint Presentation</vt:lpstr>
      <vt:lpstr>Agenda</vt:lpstr>
      <vt:lpstr>UST believes technology engineers a better future</vt:lpstr>
      <vt:lpstr>PowerPoint Presentation</vt:lpstr>
      <vt:lpstr>Our new brand is simple, modern and impactful</vt:lpstr>
      <vt:lpstr>Slide title is Aptos Light 32pt, sentence case Second line may be manually formatted as a subtitle in Aptos Light 20pt</vt:lpstr>
      <vt:lpstr>This is a “Two Content” slide</vt:lpstr>
      <vt:lpstr>This is a “Two Content” slide Used for a two-column infographic</vt:lpstr>
      <vt:lpstr>This is a “Three Content” slide</vt:lpstr>
      <vt:lpstr>This is a “Four Content” slide Used for an offset three-column layout</vt:lpstr>
      <vt:lpstr>This is a “Sidebar Right” slide</vt:lpstr>
      <vt:lpstr>This is a “Sidebar Left” slide</vt:lpstr>
      <vt:lpstr>This is a “Content and Big Statement” slide. This slide title is three lines max.</vt:lpstr>
      <vt:lpstr>PowerPoint Presentation</vt:lpstr>
      <vt:lpstr>PowerPoint Presentation</vt:lpstr>
      <vt:lpstr>This is a “Black Matrix” slide</vt:lpstr>
      <vt:lpstr>PowerPoint Presentation</vt:lpstr>
      <vt:lpstr>This is a “Photo and Statement” slide</vt:lpstr>
      <vt:lpstr>This is a “Text Cluster 04” slide</vt:lpstr>
      <vt:lpstr>This is a “Case Study” slide</vt:lpstr>
      <vt:lpstr>This is a “Timeline” slide</vt:lpstr>
      <vt:lpstr>This is a “Three Quarters Sand” slide Can be used flexibly by advanced users</vt:lpstr>
      <vt:lpstr>This is a “Three Quarters Black” slide Can be used flexibly by advanced users</vt:lpstr>
      <vt:lpstr>This is a “Three Quarters Sand” slide Can be used flexibly by advanced users</vt:lpstr>
      <vt:lpstr>Meet the UST team</vt:lpstr>
      <vt:lpstr>This is a “Three Content” slide with image</vt:lpstr>
      <vt:lpstr>This is a “Three Content” slide with image</vt:lpstr>
      <vt:lpstr>This is a “Three Content” slide with image and icons</vt:lpstr>
      <vt:lpstr>This is a “Three Content” slide with image and icons</vt:lpstr>
      <vt:lpstr>This is a “Four Content” slide with icons</vt:lpstr>
      <vt:lpstr>Meet the UST team 02</vt:lpstr>
      <vt:lpstr>Meet the UST team Europe directors, Spain &amp; LATAM</vt:lpstr>
      <vt:lpstr>Section header title is  Aptos Light 48pt, sentence  case, three lines max</vt:lpstr>
      <vt:lpstr>Section header title is  Aptos Light 48pt, sentence  case, three lines max</vt:lpstr>
      <vt:lpstr>Section header title  is Aptos Light 72pt</vt:lpstr>
      <vt:lpstr>Section header title is Aptos  Regular 48pt, two lines max</vt:lpstr>
      <vt:lpstr>Section header title is Aptos Light 48pt, Three lines max</vt:lpstr>
      <vt:lpstr>Section header title is Aptos  Regular 48pt, two lines max</vt:lpstr>
      <vt:lpstr>Tables</vt:lpstr>
      <vt:lpstr>Charts</vt:lpstr>
      <vt:lpstr>Graphics and SmartArt</vt:lpstr>
      <vt:lpstr>Transitions, animations and graphic effects</vt:lpstr>
      <vt:lpstr>Conserving resources when printing</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UST 16x9 PowerPoint template Revised October 21, 2020</dc:title>
  <dc:subject/>
  <dc:creator>GTMServices@ust.com</dc:creator>
  <cp:keywords/>
  <dc:description/>
  <cp:lastModifiedBy>Sankesh Kumar(UST,IN)</cp:lastModifiedBy>
  <cp:revision>164</cp:revision>
  <cp:lastPrinted>2019-10-06T00:46:52Z</cp:lastPrinted>
  <dcterms:created xsi:type="dcterms:W3CDTF">2020-12-03T20:34:18Z</dcterms:created>
  <dcterms:modified xsi:type="dcterms:W3CDTF">2026-03-25T05:11:52Z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0x01010016CF75B7C77BB0459C5B87933D086ADE</vt:lpwstr>
  </property>
  <property fmtid="{D5CDD505-2E9C-101B-9397-08002B2CF9AE}" pid="3" name="MSIP_Label_15ffddfa-74ad-4c1f-9757-a38a11902f1c_Enabled">
    <vt:lpwstr>true</vt:lpwstr>
  </property>
  <property fmtid="{D5CDD505-2E9C-101B-9397-08002B2CF9AE}" pid="4" name="MSIP_Label_15ffddfa-74ad-4c1f-9757-a38a11902f1c_SetDate">
    <vt:lpwstr>2025-11-05T02:30:34Z</vt:lpwstr>
  </property>
  <property fmtid="{D5CDD505-2E9C-101B-9397-08002B2CF9AE}" pid="5" name="MSIP_Label_15ffddfa-74ad-4c1f-9757-a38a11902f1c_Method">
    <vt:lpwstr>Standard</vt:lpwstr>
  </property>
  <property fmtid="{D5CDD505-2E9C-101B-9397-08002B2CF9AE}" pid="6" name="MSIP_Label_15ffddfa-74ad-4c1f-9757-a38a11902f1c_Name">
    <vt:lpwstr>UST Internal</vt:lpwstr>
  </property>
  <property fmtid="{D5CDD505-2E9C-101B-9397-08002B2CF9AE}" pid="7" name="MSIP_Label_15ffddfa-74ad-4c1f-9757-a38a11902f1c_SiteId">
    <vt:lpwstr>a4431f4b-c207-4733-9530-34c08a9b2b8d</vt:lpwstr>
  </property>
  <property fmtid="{D5CDD505-2E9C-101B-9397-08002B2CF9AE}" pid="8" name="MSIP_Label_15ffddfa-74ad-4c1f-9757-a38a11902f1c_ActionId">
    <vt:lpwstr>cec03968-a772-452a-a3a6-2fc369e9976e</vt:lpwstr>
  </property>
  <property fmtid="{D5CDD505-2E9C-101B-9397-08002B2CF9AE}" pid="9" name="MSIP_Label_15ffddfa-74ad-4c1f-9757-a38a11902f1c_ContentBits">
    <vt:lpwstr>0</vt:lpwstr>
  </property>
  <property fmtid="{D5CDD505-2E9C-101B-9397-08002B2CF9AE}" pid="10" name="MSIP_Label_15ffddfa-74ad-4c1f-9757-a38a11902f1c_Tag">
    <vt:lpwstr>10, 3, 0, 1</vt:lpwstr>
  </property>
</Properties>
</file>